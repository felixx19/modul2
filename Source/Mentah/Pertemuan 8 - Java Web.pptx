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6121400" cy="8642350"/>
  <p:notesSz cx="6121400" cy="8642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3" d="100"/>
          <a:sy n="63" d="100"/>
        </p:scale>
        <p:origin x="-798" y="-1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59581" y="2679128"/>
            <a:ext cx="5208587" cy="18148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919162" y="4839716"/>
            <a:ext cx="4289425" cy="21605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06387" y="1987740"/>
            <a:ext cx="2665571" cy="5703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155791" y="1987740"/>
            <a:ext cx="2665571" cy="5703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6387" y="345694"/>
            <a:ext cx="5514975" cy="13827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6387" y="1987740"/>
            <a:ext cx="5514975" cy="5703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083435" y="8037385"/>
            <a:ext cx="1960880" cy="4321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06387" y="8037385"/>
            <a:ext cx="1409382" cy="4321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411980" y="8037385"/>
            <a:ext cx="1409382" cy="4321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900" y="2705565"/>
            <a:ext cx="3693795" cy="168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10"/>
              </a:lnSpc>
            </a:pPr>
            <a:r>
              <a:rPr sz="1200" b="1" dirty="0">
                <a:latin typeface="Times New Roman"/>
                <a:cs typeface="Times New Roman"/>
              </a:rPr>
              <a:t>b.</a:t>
            </a:r>
            <a:r>
              <a:rPr sz="1200" b="1" spc="49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Memformat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teks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dengan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tag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HTML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=</a:t>
            </a:r>
            <a:r>
              <a:rPr sz="1200" b="1" spc="-10" dirty="0">
                <a:latin typeface="Times New Roman"/>
                <a:cs typeface="Times New Roman"/>
              </a:rPr>
              <a:t> contohjs2.html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20090" y="1725295"/>
            <a:ext cx="3790950" cy="3245485"/>
          </a:xfrm>
          <a:custGeom>
            <a:avLst/>
            <a:gdLst/>
            <a:ahLst/>
            <a:cxnLst/>
            <a:rect l="l" t="t" r="r" b="b"/>
            <a:pathLst>
              <a:path w="3790950" h="3245485">
                <a:moveTo>
                  <a:pt x="3790950" y="0"/>
                </a:moveTo>
                <a:lnTo>
                  <a:pt x="0" y="0"/>
                </a:lnTo>
                <a:lnTo>
                  <a:pt x="0" y="3245485"/>
                </a:lnTo>
                <a:lnTo>
                  <a:pt x="3790950" y="3245485"/>
                </a:lnTo>
                <a:lnTo>
                  <a:pt x="3790950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584575" y="1751583"/>
            <a:ext cx="558800" cy="553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">
              <a:lnSpc>
                <a:spcPts val="1415"/>
              </a:lnSpc>
              <a:spcBef>
                <a:spcPts val="100"/>
              </a:spcBef>
            </a:pPr>
            <a:r>
              <a:rPr sz="1200" spc="-10" dirty="0">
                <a:latin typeface="Times New Roman"/>
                <a:cs typeface="Times New Roman"/>
              </a:rPr>
              <a:t>&lt;/script&gt;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ts val="1360"/>
              </a:lnSpc>
            </a:pPr>
            <a:r>
              <a:rPr sz="1200" spc="-10" dirty="0">
                <a:latin typeface="Times New Roman"/>
                <a:cs typeface="Times New Roman"/>
              </a:rPr>
              <a:t>&lt;/body&gt;</a:t>
            </a:r>
            <a:endParaRPr sz="1200">
              <a:latin typeface="Times New Roman"/>
              <a:cs typeface="Times New Roman"/>
            </a:endParaRPr>
          </a:p>
          <a:p>
            <a:pPr marL="1270">
              <a:lnSpc>
                <a:spcPts val="1385"/>
              </a:lnSpc>
            </a:pPr>
            <a:r>
              <a:rPr sz="1200" spc="-10" dirty="0">
                <a:latin typeface="Times New Roman"/>
                <a:cs typeface="Times New Roman"/>
              </a:rPr>
              <a:t>&lt;/html&gt;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0577" y="1757933"/>
            <a:ext cx="2531110" cy="1964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ts val="1415"/>
              </a:lnSpc>
              <a:spcBef>
                <a:spcPts val="100"/>
              </a:spcBef>
            </a:pPr>
            <a:r>
              <a:rPr sz="1200" spc="-10" dirty="0">
                <a:latin typeface="Times New Roman"/>
                <a:cs typeface="Times New Roman"/>
              </a:rPr>
              <a:t>&lt;html&gt;</a:t>
            </a:r>
            <a:endParaRPr sz="1200">
              <a:latin typeface="Times New Roman"/>
              <a:cs typeface="Times New Roman"/>
            </a:endParaRPr>
          </a:p>
          <a:p>
            <a:pPr marL="9525">
              <a:lnSpc>
                <a:spcPts val="1385"/>
              </a:lnSpc>
            </a:pPr>
            <a:r>
              <a:rPr sz="1200" spc="-10" dirty="0">
                <a:latin typeface="Times New Roman"/>
                <a:cs typeface="Times New Roman"/>
              </a:rPr>
              <a:t>&lt;head&gt;</a:t>
            </a:r>
            <a:endParaRPr sz="1200">
              <a:latin typeface="Times New Roman"/>
              <a:cs typeface="Times New Roman"/>
            </a:endParaRPr>
          </a:p>
          <a:p>
            <a:pPr marL="467995">
              <a:lnSpc>
                <a:spcPts val="1375"/>
              </a:lnSpc>
            </a:pPr>
            <a:r>
              <a:rPr sz="1200" dirty="0">
                <a:latin typeface="Times New Roman"/>
                <a:cs typeface="Times New Roman"/>
              </a:rPr>
              <a:t>&lt;title&gt;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Untitled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Document&lt;/title&gt;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ts val="1375"/>
              </a:lnSpc>
            </a:pPr>
            <a:r>
              <a:rPr sz="1200" spc="-10" dirty="0">
                <a:latin typeface="Times New Roman"/>
                <a:cs typeface="Times New Roman"/>
              </a:rPr>
              <a:t>&lt;/head&gt;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&lt;html&gt;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&lt;body&gt;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ts val="1395"/>
              </a:lnSpc>
            </a:pPr>
            <a:r>
              <a:rPr sz="1200" dirty="0">
                <a:latin typeface="Times New Roman"/>
                <a:cs typeface="Times New Roman"/>
              </a:rPr>
              <a:t>&lt;script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type="text/javascript"&gt;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ts val="1390"/>
              </a:lnSpc>
            </a:pPr>
            <a:r>
              <a:rPr sz="1200" spc="-10" dirty="0">
                <a:latin typeface="Times New Roman"/>
                <a:cs typeface="Times New Roman"/>
              </a:rPr>
              <a:t>&lt;html&gt;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ts val="1375"/>
              </a:lnSpc>
            </a:pPr>
            <a:r>
              <a:rPr sz="1200" spc="-10" dirty="0">
                <a:latin typeface="Times New Roman"/>
                <a:cs typeface="Times New Roman"/>
              </a:rPr>
              <a:t>&lt;head&gt;</a:t>
            </a:r>
            <a:endParaRPr sz="1200">
              <a:latin typeface="Times New Roman"/>
              <a:cs typeface="Times New Roman"/>
            </a:endParaRPr>
          </a:p>
          <a:p>
            <a:pPr marL="45720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&lt;title&gt;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Untitled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Document&lt;/title&gt;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ts val="1410"/>
              </a:lnSpc>
            </a:pPr>
            <a:r>
              <a:rPr sz="1200" spc="-10" dirty="0">
                <a:latin typeface="Times New Roman"/>
                <a:cs typeface="Times New Roman"/>
              </a:rPr>
              <a:t>&lt;/head&gt;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1200" y="3863975"/>
            <a:ext cx="4416425" cy="1386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9060">
              <a:lnSpc>
                <a:spcPts val="1410"/>
              </a:lnSpc>
              <a:spcBef>
                <a:spcPts val="100"/>
              </a:spcBef>
            </a:pPr>
            <a:r>
              <a:rPr sz="1200" spc="-10" dirty="0">
                <a:latin typeface="Times New Roman"/>
                <a:cs typeface="Times New Roman"/>
              </a:rPr>
              <a:t>&lt;body&gt;</a:t>
            </a:r>
            <a:endParaRPr sz="1200">
              <a:latin typeface="Times New Roman"/>
              <a:cs typeface="Times New Roman"/>
            </a:endParaRPr>
          </a:p>
          <a:p>
            <a:pPr marL="99060" marR="1633220">
              <a:lnSpc>
                <a:spcPts val="1380"/>
              </a:lnSpc>
              <a:spcBef>
                <a:spcPts val="65"/>
              </a:spcBef>
            </a:pPr>
            <a:r>
              <a:rPr sz="1200" dirty="0">
                <a:latin typeface="Times New Roman"/>
                <a:cs typeface="Times New Roman"/>
              </a:rPr>
              <a:t>&lt;script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type="text/javascript"&gt; document.write("&lt;h1&gt;Hello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World!&lt;/h1&gt;")</a:t>
            </a:r>
            <a:endParaRPr sz="1200">
              <a:latin typeface="Times New Roman"/>
              <a:cs typeface="Times New Roman"/>
            </a:endParaRPr>
          </a:p>
          <a:p>
            <a:pPr marL="99060">
              <a:lnSpc>
                <a:spcPts val="1315"/>
              </a:lnSpc>
            </a:pPr>
            <a:r>
              <a:rPr sz="1200" spc="-10" dirty="0">
                <a:latin typeface="Times New Roman"/>
                <a:cs typeface="Times New Roman"/>
              </a:rPr>
              <a:t>&lt;/script&gt;</a:t>
            </a:r>
            <a:endParaRPr sz="1200">
              <a:latin typeface="Times New Roman"/>
              <a:cs typeface="Times New Roman"/>
            </a:endParaRPr>
          </a:p>
          <a:p>
            <a:pPr marL="99060">
              <a:lnSpc>
                <a:spcPts val="1395"/>
              </a:lnSpc>
            </a:pPr>
            <a:r>
              <a:rPr sz="1200" spc="-10" dirty="0">
                <a:latin typeface="Times New Roman"/>
                <a:cs typeface="Times New Roman"/>
              </a:rPr>
              <a:t>&lt;/body&gt;</a:t>
            </a:r>
            <a:endParaRPr sz="1200">
              <a:latin typeface="Times New Roman"/>
              <a:cs typeface="Times New Roman"/>
            </a:endParaRPr>
          </a:p>
          <a:p>
            <a:pPr marL="99060">
              <a:lnSpc>
                <a:spcPts val="1425"/>
              </a:lnSpc>
            </a:pPr>
            <a:r>
              <a:rPr sz="1200" spc="-10" dirty="0">
                <a:latin typeface="Times New Roman"/>
                <a:cs typeface="Times New Roman"/>
              </a:rPr>
              <a:t>&lt;/html&gt;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sz="1200" b="1" dirty="0">
                <a:latin typeface="Times New Roman"/>
                <a:cs typeface="Times New Roman"/>
              </a:rPr>
              <a:t>c.</a:t>
            </a:r>
            <a:r>
              <a:rPr sz="1200" b="1" spc="254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JavaScript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yang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diletakkan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pada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bagian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HEAD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=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contohjs3.html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90905" y="5332729"/>
            <a:ext cx="3952875" cy="2981325"/>
          </a:xfrm>
          <a:prstGeom prst="rect">
            <a:avLst/>
          </a:prstGeom>
          <a:solidFill>
            <a:srgbClr val="F0F0F0"/>
          </a:solidFill>
        </p:spPr>
        <p:txBody>
          <a:bodyPr vert="horz" wrap="square" lIns="0" tIns="31115" rIns="0" bIns="0" rtlCol="0">
            <a:spAutoFit/>
          </a:bodyPr>
          <a:lstStyle/>
          <a:p>
            <a:pPr marL="90805">
              <a:lnSpc>
                <a:spcPts val="1410"/>
              </a:lnSpc>
              <a:spcBef>
                <a:spcPts val="245"/>
              </a:spcBef>
            </a:pPr>
            <a:r>
              <a:rPr sz="1200" spc="-10" dirty="0">
                <a:latin typeface="Times New Roman"/>
                <a:cs typeface="Times New Roman"/>
              </a:rPr>
              <a:t>&lt;html&gt;</a:t>
            </a:r>
            <a:endParaRPr sz="1200">
              <a:latin typeface="Times New Roman"/>
              <a:cs typeface="Times New Roman"/>
            </a:endParaRPr>
          </a:p>
          <a:p>
            <a:pPr marL="90805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&lt;head&gt;</a:t>
            </a:r>
            <a:endParaRPr sz="1200">
              <a:latin typeface="Times New Roman"/>
              <a:cs typeface="Times New Roman"/>
            </a:endParaRPr>
          </a:p>
          <a:p>
            <a:pPr marL="548005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&lt;title&gt;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Untitled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Document&lt;/title&gt;</a:t>
            </a:r>
            <a:endParaRPr sz="1200">
              <a:latin typeface="Times New Roman"/>
              <a:cs typeface="Times New Roman"/>
            </a:endParaRPr>
          </a:p>
          <a:p>
            <a:pPr marL="90805">
              <a:lnSpc>
                <a:spcPts val="1410"/>
              </a:lnSpc>
            </a:pPr>
            <a:r>
              <a:rPr sz="1200" spc="-10" dirty="0">
                <a:latin typeface="Times New Roman"/>
                <a:cs typeface="Times New Roman"/>
              </a:rPr>
              <a:t>&lt;/head&gt;</a:t>
            </a:r>
            <a:endParaRPr sz="1200">
              <a:latin typeface="Times New Roman"/>
              <a:cs typeface="Times New Roman"/>
            </a:endParaRPr>
          </a:p>
          <a:p>
            <a:pPr marL="90805">
              <a:lnSpc>
                <a:spcPts val="1410"/>
              </a:lnSpc>
              <a:spcBef>
                <a:spcPts val="1320"/>
              </a:spcBef>
            </a:pPr>
            <a:r>
              <a:rPr sz="1200" spc="-10" dirty="0">
                <a:latin typeface="Times New Roman"/>
                <a:cs typeface="Times New Roman"/>
              </a:rPr>
              <a:t>&lt;head&gt;</a:t>
            </a:r>
            <a:endParaRPr sz="1200">
              <a:latin typeface="Times New Roman"/>
              <a:cs typeface="Times New Roman"/>
            </a:endParaRPr>
          </a:p>
          <a:p>
            <a:pPr marL="90805" marR="1980564">
              <a:lnSpc>
                <a:spcPts val="1380"/>
              </a:lnSpc>
              <a:spcBef>
                <a:spcPts val="65"/>
              </a:spcBef>
            </a:pPr>
            <a:r>
              <a:rPr sz="1200" spc="-10" dirty="0">
                <a:latin typeface="Times New Roman"/>
                <a:cs typeface="Times New Roman"/>
              </a:rPr>
              <a:t>&lt;script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type="text/javascript"&gt; </a:t>
            </a:r>
            <a:r>
              <a:rPr sz="1200" dirty="0">
                <a:latin typeface="Times New Roman"/>
                <a:cs typeface="Times New Roman"/>
              </a:rPr>
              <a:t>function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message(</a:t>
            </a:r>
            <a:r>
              <a:rPr sz="1200" spc="-50" dirty="0">
                <a:latin typeface="Times New Roman"/>
                <a:cs typeface="Times New Roman"/>
              </a:rPr>
              <a:t> )</a:t>
            </a:r>
            <a:endParaRPr sz="1200">
              <a:latin typeface="Times New Roman"/>
              <a:cs typeface="Times New Roman"/>
            </a:endParaRPr>
          </a:p>
          <a:p>
            <a:pPr marL="90805">
              <a:lnSpc>
                <a:spcPts val="1315"/>
              </a:lnSpc>
            </a:pPr>
            <a:r>
              <a:rPr sz="1200" spc="-50" dirty="0">
                <a:latin typeface="Times New Roman"/>
                <a:cs typeface="Times New Roman"/>
              </a:rPr>
              <a:t>{</a:t>
            </a:r>
            <a:endParaRPr sz="1200">
              <a:latin typeface="Times New Roman"/>
              <a:cs typeface="Times New Roman"/>
            </a:endParaRPr>
          </a:p>
          <a:p>
            <a:pPr marL="90805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alert("This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alert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box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called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onload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event")</a:t>
            </a:r>
            <a:endParaRPr sz="1200">
              <a:latin typeface="Times New Roman"/>
              <a:cs typeface="Times New Roman"/>
            </a:endParaRPr>
          </a:p>
          <a:p>
            <a:pPr marL="90805">
              <a:lnSpc>
                <a:spcPts val="1380"/>
              </a:lnSpc>
            </a:pPr>
            <a:r>
              <a:rPr sz="1200" spc="-50" dirty="0">
                <a:latin typeface="Times New Roman"/>
                <a:cs typeface="Times New Roman"/>
              </a:rPr>
              <a:t>}</a:t>
            </a:r>
            <a:endParaRPr sz="1200">
              <a:latin typeface="Times New Roman"/>
              <a:cs typeface="Times New Roman"/>
            </a:endParaRPr>
          </a:p>
          <a:p>
            <a:pPr marL="90805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&lt;/script&gt;</a:t>
            </a:r>
            <a:endParaRPr sz="1200">
              <a:latin typeface="Times New Roman"/>
              <a:cs typeface="Times New Roman"/>
            </a:endParaRPr>
          </a:p>
          <a:p>
            <a:pPr marL="90805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&lt;/head&gt;</a:t>
            </a:r>
            <a:endParaRPr sz="1200">
              <a:latin typeface="Times New Roman"/>
              <a:cs typeface="Times New Roman"/>
            </a:endParaRPr>
          </a:p>
          <a:p>
            <a:pPr marL="90805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&lt;body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onLoad="message(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)"&gt;</a:t>
            </a:r>
            <a:endParaRPr sz="1200">
              <a:latin typeface="Times New Roman"/>
              <a:cs typeface="Times New Roman"/>
            </a:endParaRPr>
          </a:p>
          <a:p>
            <a:pPr marL="90805">
              <a:lnSpc>
                <a:spcPts val="1400"/>
              </a:lnSpc>
            </a:pPr>
            <a:r>
              <a:rPr sz="1200" spc="-10" dirty="0">
                <a:latin typeface="Times New Roman"/>
                <a:cs typeface="Times New Roman"/>
              </a:rPr>
              <a:t>&lt;/body&gt;</a:t>
            </a:r>
            <a:endParaRPr sz="1200">
              <a:latin typeface="Times New Roman"/>
              <a:cs typeface="Times New Roman"/>
            </a:endParaRPr>
          </a:p>
          <a:p>
            <a:pPr marL="90805">
              <a:lnSpc>
                <a:spcPts val="1430"/>
              </a:lnSpc>
            </a:pPr>
            <a:r>
              <a:rPr sz="1200" spc="-10" dirty="0">
                <a:latin typeface="Times New Roman"/>
                <a:cs typeface="Times New Roman"/>
              </a:rPr>
              <a:t>&lt;/html&gt;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30446" y="830580"/>
            <a:ext cx="5988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imes New Roman"/>
                <a:cs typeface="Times New Roman"/>
              </a:rPr>
              <a:t>penulisan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1200" y="497839"/>
            <a:ext cx="3641725" cy="1071245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0"/>
              </a:spcBef>
              <a:tabLst>
                <a:tab pos="469900" algn="l"/>
              </a:tabLst>
            </a:pPr>
            <a:r>
              <a:rPr sz="1200" b="1" spc="-20" dirty="0">
                <a:latin typeface="Times New Roman"/>
                <a:cs typeface="Times New Roman"/>
              </a:rPr>
              <a:t>8.2.</a:t>
            </a:r>
            <a:r>
              <a:rPr sz="1200" b="1" dirty="0">
                <a:latin typeface="Times New Roman"/>
                <a:cs typeface="Times New Roman"/>
              </a:rPr>
              <a:t>	Latihan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pembuatan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koding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javascript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sederhana</a:t>
            </a:r>
            <a:endParaRPr sz="1200">
              <a:latin typeface="Times New Roman"/>
              <a:cs typeface="Times New Roman"/>
            </a:endParaRPr>
          </a:p>
          <a:p>
            <a:pPr marL="12700" marR="147955" indent="457200">
              <a:lnSpc>
                <a:spcPts val="2070"/>
              </a:lnSpc>
              <a:spcBef>
                <a:spcPts val="135"/>
              </a:spcBef>
              <a:tabLst>
                <a:tab pos="1060450" algn="l"/>
                <a:tab pos="1871980" algn="l"/>
                <a:tab pos="2886710" algn="l"/>
              </a:tabLst>
            </a:pPr>
            <a:r>
              <a:rPr sz="1200" spc="-10" dirty="0">
                <a:latin typeface="Times New Roman"/>
                <a:cs typeface="Times New Roman"/>
              </a:rPr>
              <a:t>Berikut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merupakan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20" dirty="0">
                <a:latin typeface="Times New Roman"/>
                <a:cs typeface="Times New Roman"/>
              </a:rPr>
              <a:t>contoh-</a:t>
            </a:r>
            <a:r>
              <a:rPr sz="1200" spc="-10" dirty="0">
                <a:latin typeface="Times New Roman"/>
                <a:cs typeface="Times New Roman"/>
              </a:rPr>
              <a:t>contoh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20" dirty="0">
                <a:latin typeface="Times New Roman"/>
                <a:cs typeface="Times New Roman"/>
              </a:rPr>
              <a:t>sederhana </a:t>
            </a:r>
            <a:r>
              <a:rPr sz="1200" dirty="0">
                <a:latin typeface="Times New Roman"/>
                <a:cs typeface="Times New Roman"/>
              </a:rPr>
              <a:t>penggunaan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perintah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javascript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200" b="1" dirty="0">
                <a:latin typeface="Times New Roman"/>
                <a:cs typeface="Times New Roman"/>
              </a:rPr>
              <a:t>a.</a:t>
            </a:r>
            <a:r>
              <a:rPr sz="1200" b="1" spc="125" dirty="0">
                <a:latin typeface="Times New Roman"/>
                <a:cs typeface="Times New Roman"/>
              </a:rPr>
              <a:t>  </a:t>
            </a:r>
            <a:r>
              <a:rPr sz="1200" b="1" dirty="0">
                <a:latin typeface="Times New Roman"/>
                <a:cs typeface="Times New Roman"/>
              </a:rPr>
              <a:t>Menuliskan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teks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=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contohjs1.html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47996" y="830580"/>
            <a:ext cx="3575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imes New Roman"/>
                <a:cs typeface="Times New Roman"/>
              </a:rPr>
              <a:t>script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1855" y="871219"/>
            <a:ext cx="3952875" cy="2676525"/>
          </a:xfrm>
          <a:prstGeom prst="rect">
            <a:avLst/>
          </a:prstGeom>
          <a:solidFill>
            <a:srgbClr val="F0F0F0"/>
          </a:solidFill>
        </p:spPr>
        <p:txBody>
          <a:bodyPr vert="horz" wrap="square" lIns="0" tIns="30480" rIns="0" bIns="0" rtlCol="0">
            <a:spAutoFit/>
          </a:bodyPr>
          <a:lstStyle/>
          <a:p>
            <a:pPr marL="89535">
              <a:lnSpc>
                <a:spcPts val="1405"/>
              </a:lnSpc>
              <a:spcBef>
                <a:spcPts val="240"/>
              </a:spcBef>
            </a:pPr>
            <a:r>
              <a:rPr sz="1200" spc="-10" dirty="0">
                <a:latin typeface="Times New Roman"/>
                <a:cs typeface="Times New Roman"/>
              </a:rPr>
              <a:t>&lt;html&gt;</a:t>
            </a:r>
            <a:endParaRPr sz="1200">
              <a:latin typeface="Times New Roman"/>
              <a:cs typeface="Times New Roman"/>
            </a:endParaRPr>
          </a:p>
          <a:p>
            <a:pPr marL="89535">
              <a:lnSpc>
                <a:spcPts val="1375"/>
              </a:lnSpc>
            </a:pPr>
            <a:r>
              <a:rPr sz="1200" spc="-10" dirty="0">
                <a:latin typeface="Times New Roman"/>
                <a:cs typeface="Times New Roman"/>
              </a:rPr>
              <a:t>&lt;head&gt;</a:t>
            </a:r>
            <a:endParaRPr sz="1200">
              <a:latin typeface="Times New Roman"/>
              <a:cs typeface="Times New Roman"/>
            </a:endParaRPr>
          </a:p>
          <a:p>
            <a:pPr marL="546735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&lt;title&gt;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Untitled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Document&lt;/title&gt;</a:t>
            </a:r>
            <a:endParaRPr sz="1200">
              <a:latin typeface="Times New Roman"/>
              <a:cs typeface="Times New Roman"/>
            </a:endParaRPr>
          </a:p>
          <a:p>
            <a:pPr marL="89535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&lt;/head&gt;</a:t>
            </a:r>
            <a:endParaRPr sz="1200">
              <a:latin typeface="Times New Roman"/>
              <a:cs typeface="Times New Roman"/>
            </a:endParaRPr>
          </a:p>
          <a:p>
            <a:pPr marL="89535">
              <a:lnSpc>
                <a:spcPts val="1410"/>
              </a:lnSpc>
            </a:pPr>
            <a:r>
              <a:rPr sz="1200" spc="-10" dirty="0">
                <a:latin typeface="Times New Roman"/>
                <a:cs typeface="Times New Roman"/>
              </a:rPr>
              <a:t>&lt;body&gt;</a:t>
            </a:r>
            <a:endParaRPr sz="12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  <a:spcBef>
                <a:spcPts val="630"/>
              </a:spcBef>
            </a:pPr>
            <a:r>
              <a:rPr sz="1200" dirty="0">
                <a:latin typeface="Times New Roman"/>
                <a:cs typeface="Times New Roman"/>
              </a:rPr>
              <a:t>&lt;script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type="text/javascript"&gt;</a:t>
            </a:r>
            <a:endParaRPr sz="1200">
              <a:latin typeface="Times New Roman"/>
              <a:cs typeface="Times New Roman"/>
            </a:endParaRPr>
          </a:p>
          <a:p>
            <a:pPr marL="89535" marR="285115">
              <a:lnSpc>
                <a:spcPct val="143100"/>
              </a:lnSpc>
              <a:spcBef>
                <a:spcPts val="20"/>
              </a:spcBef>
            </a:pPr>
            <a:r>
              <a:rPr sz="1200" dirty="0">
                <a:latin typeface="Times New Roman"/>
                <a:cs typeface="Times New Roman"/>
              </a:rPr>
              <a:t>document.write("This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message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written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when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page </a:t>
            </a:r>
            <a:r>
              <a:rPr sz="1200" spc="-10" dirty="0">
                <a:latin typeface="Times New Roman"/>
                <a:cs typeface="Times New Roman"/>
              </a:rPr>
              <a:t>loads")</a:t>
            </a:r>
            <a:endParaRPr sz="12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  <a:spcBef>
                <a:spcPts val="635"/>
              </a:spcBef>
            </a:pPr>
            <a:r>
              <a:rPr sz="1200" spc="-10" dirty="0">
                <a:latin typeface="Times New Roman"/>
                <a:cs typeface="Times New Roman"/>
              </a:rPr>
              <a:t>&lt;/script&gt;</a:t>
            </a:r>
            <a:endParaRPr sz="12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  <a:spcBef>
                <a:spcPts val="635"/>
              </a:spcBef>
            </a:pPr>
            <a:r>
              <a:rPr sz="1200" spc="-10" dirty="0">
                <a:latin typeface="Times New Roman"/>
                <a:cs typeface="Times New Roman"/>
              </a:rPr>
              <a:t>&lt;/body&gt;</a:t>
            </a:r>
            <a:endParaRPr sz="1200">
              <a:latin typeface="Times New Roman"/>
              <a:cs typeface="Times New Roman"/>
            </a:endParaRPr>
          </a:p>
          <a:p>
            <a:pPr marL="89535">
              <a:lnSpc>
                <a:spcPct val="100000"/>
              </a:lnSpc>
              <a:spcBef>
                <a:spcPts val="660"/>
              </a:spcBef>
            </a:pPr>
            <a:r>
              <a:rPr sz="1200" spc="-10" dirty="0">
                <a:latin typeface="Times New Roman"/>
                <a:cs typeface="Times New Roman"/>
              </a:rPr>
              <a:t>&lt;/html&gt;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11200" y="572769"/>
            <a:ext cx="44570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Times New Roman"/>
                <a:cs typeface="Times New Roman"/>
              </a:rPr>
              <a:t>d.</a:t>
            </a:r>
            <a:r>
              <a:rPr sz="1200" b="1" spc="1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JavaScript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yang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diletakkan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pada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bagian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BODY</a:t>
            </a:r>
            <a:r>
              <a:rPr sz="1200" b="1" spc="27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=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contohjs4.html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200" y="3728084"/>
            <a:ext cx="17640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Times New Roman"/>
                <a:cs typeface="Times New Roman"/>
              </a:rPr>
              <a:t>e.</a:t>
            </a:r>
            <a:r>
              <a:rPr sz="1200" b="1" spc="27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Fungsi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=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contohjs5.html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1689" y="4117962"/>
            <a:ext cx="4713605" cy="4518025"/>
          </a:xfrm>
          <a:prstGeom prst="rect">
            <a:avLst/>
          </a:prstGeom>
          <a:solidFill>
            <a:srgbClr val="F0F0F0"/>
          </a:solidFill>
        </p:spPr>
        <p:txBody>
          <a:bodyPr vert="horz" wrap="square" lIns="0" tIns="0" rIns="0" bIns="0" rtlCol="0">
            <a:spAutoFit/>
          </a:bodyPr>
          <a:lstStyle/>
          <a:p>
            <a:pPr marL="17780">
              <a:lnSpc>
                <a:spcPts val="1350"/>
              </a:lnSpc>
            </a:pPr>
            <a:r>
              <a:rPr sz="1200" spc="-10" dirty="0">
                <a:latin typeface="Times New Roman"/>
                <a:cs typeface="Times New Roman"/>
              </a:rPr>
              <a:t>&lt;html&gt;</a:t>
            </a:r>
            <a:endParaRPr sz="1200">
              <a:latin typeface="Times New Roman"/>
              <a:cs typeface="Times New Roman"/>
            </a:endParaRPr>
          </a:p>
          <a:p>
            <a:pPr marL="17780">
              <a:lnSpc>
                <a:spcPct val="100000"/>
              </a:lnSpc>
              <a:spcBef>
                <a:spcPts val="600"/>
              </a:spcBef>
            </a:pPr>
            <a:r>
              <a:rPr sz="1200" spc="-10" dirty="0">
                <a:latin typeface="Times New Roman"/>
                <a:cs typeface="Times New Roman"/>
              </a:rPr>
              <a:t>&lt;head&gt;</a:t>
            </a:r>
            <a:endParaRPr sz="1200">
              <a:latin typeface="Times New Roman"/>
              <a:cs typeface="Times New Roman"/>
            </a:endParaRPr>
          </a:p>
          <a:p>
            <a:pPr marL="932180" marR="2357120" indent="-457834">
              <a:lnSpc>
                <a:spcPct val="143700"/>
              </a:lnSpc>
            </a:pPr>
            <a:r>
              <a:rPr sz="1200" spc="-10" dirty="0">
                <a:latin typeface="Times New Roman"/>
                <a:cs typeface="Times New Roman"/>
              </a:rPr>
              <a:t>&lt;script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type="text/javascript"&gt; </a:t>
            </a:r>
            <a:r>
              <a:rPr sz="1200" dirty="0">
                <a:latin typeface="Times New Roman"/>
                <a:cs typeface="Times New Roman"/>
              </a:rPr>
              <a:t>function</a:t>
            </a:r>
            <a:r>
              <a:rPr sz="1200" spc="-10" dirty="0">
                <a:latin typeface="Times New Roman"/>
                <a:cs typeface="Times New Roman"/>
              </a:rPr>
              <a:t> myfunction( </a:t>
            </a:r>
            <a:r>
              <a:rPr sz="1200" spc="-50" dirty="0">
                <a:latin typeface="Times New Roman"/>
                <a:cs typeface="Times New Roman"/>
              </a:rPr>
              <a:t>)</a:t>
            </a:r>
            <a:endParaRPr sz="1200">
              <a:latin typeface="Times New Roman"/>
              <a:cs typeface="Times New Roman"/>
            </a:endParaRPr>
          </a:p>
          <a:p>
            <a:pPr marL="932180">
              <a:lnSpc>
                <a:spcPct val="100000"/>
              </a:lnSpc>
              <a:spcBef>
                <a:spcPts val="630"/>
              </a:spcBef>
            </a:pPr>
            <a:r>
              <a:rPr sz="1200" spc="-50" dirty="0">
                <a:latin typeface="Times New Roman"/>
                <a:cs typeface="Times New Roman"/>
              </a:rPr>
              <a:t>{</a:t>
            </a:r>
            <a:endParaRPr sz="1200">
              <a:latin typeface="Times New Roman"/>
              <a:cs typeface="Times New Roman"/>
            </a:endParaRPr>
          </a:p>
          <a:p>
            <a:pPr marL="1389380">
              <a:lnSpc>
                <a:spcPct val="100000"/>
              </a:lnSpc>
              <a:spcBef>
                <a:spcPts val="630"/>
              </a:spcBef>
            </a:pPr>
            <a:r>
              <a:rPr sz="1200" spc="-10" dirty="0">
                <a:latin typeface="Times New Roman"/>
                <a:cs typeface="Times New Roman"/>
              </a:rPr>
              <a:t>alert("HELLO")</a:t>
            </a:r>
            <a:endParaRPr sz="1200">
              <a:latin typeface="Times New Roman"/>
              <a:cs typeface="Times New Roman"/>
            </a:endParaRPr>
          </a:p>
          <a:p>
            <a:pPr marR="3691890" algn="r">
              <a:lnSpc>
                <a:spcPct val="100000"/>
              </a:lnSpc>
              <a:spcBef>
                <a:spcPts val="630"/>
              </a:spcBef>
            </a:pPr>
            <a:r>
              <a:rPr sz="1200" spc="-50" dirty="0">
                <a:latin typeface="Times New Roman"/>
                <a:cs typeface="Times New Roman"/>
              </a:rPr>
              <a:t>}</a:t>
            </a:r>
            <a:endParaRPr sz="1200">
              <a:latin typeface="Times New Roman"/>
              <a:cs typeface="Times New Roman"/>
            </a:endParaRPr>
          </a:p>
          <a:p>
            <a:pPr marR="3676015" algn="r">
              <a:lnSpc>
                <a:spcPct val="100000"/>
              </a:lnSpc>
              <a:spcBef>
                <a:spcPts val="630"/>
              </a:spcBef>
            </a:pPr>
            <a:r>
              <a:rPr sz="1200" spc="-10" dirty="0">
                <a:latin typeface="Times New Roman"/>
                <a:cs typeface="Times New Roman"/>
              </a:rPr>
              <a:t>&lt;/script&gt;</a:t>
            </a:r>
            <a:endParaRPr sz="1200">
              <a:latin typeface="Times New Roman"/>
              <a:cs typeface="Times New Roman"/>
            </a:endParaRPr>
          </a:p>
          <a:p>
            <a:pPr marL="17780">
              <a:lnSpc>
                <a:spcPct val="100000"/>
              </a:lnSpc>
              <a:spcBef>
                <a:spcPts val="630"/>
              </a:spcBef>
            </a:pPr>
            <a:r>
              <a:rPr sz="1200" spc="-10" dirty="0">
                <a:latin typeface="Times New Roman"/>
                <a:cs typeface="Times New Roman"/>
              </a:rPr>
              <a:t>&lt;/head&gt;</a:t>
            </a:r>
            <a:endParaRPr sz="1200">
              <a:latin typeface="Times New Roman"/>
              <a:cs typeface="Times New Roman"/>
            </a:endParaRPr>
          </a:p>
          <a:p>
            <a:pPr marL="17780">
              <a:lnSpc>
                <a:spcPct val="100000"/>
              </a:lnSpc>
              <a:spcBef>
                <a:spcPts val="620"/>
              </a:spcBef>
            </a:pPr>
            <a:r>
              <a:rPr sz="1200" spc="-10" dirty="0">
                <a:latin typeface="Times New Roman"/>
                <a:cs typeface="Times New Roman"/>
              </a:rPr>
              <a:t>&lt;body&gt;</a:t>
            </a:r>
            <a:endParaRPr sz="1200">
              <a:latin typeface="Times New Roman"/>
              <a:cs typeface="Times New Roman"/>
            </a:endParaRPr>
          </a:p>
          <a:p>
            <a:pPr marL="17780">
              <a:lnSpc>
                <a:spcPct val="100000"/>
              </a:lnSpc>
              <a:spcBef>
                <a:spcPts val="640"/>
              </a:spcBef>
            </a:pPr>
            <a:r>
              <a:rPr sz="1200" spc="-10" dirty="0">
                <a:latin typeface="Times New Roman"/>
                <a:cs typeface="Times New Roman"/>
              </a:rPr>
              <a:t>&lt;form&gt;</a:t>
            </a:r>
            <a:endParaRPr sz="1200">
              <a:latin typeface="Times New Roman"/>
              <a:cs typeface="Times New Roman"/>
            </a:endParaRPr>
          </a:p>
          <a:p>
            <a:pPr marL="17780">
              <a:lnSpc>
                <a:spcPct val="100000"/>
              </a:lnSpc>
              <a:spcBef>
                <a:spcPts val="630"/>
              </a:spcBef>
            </a:pPr>
            <a:r>
              <a:rPr sz="1200" dirty="0">
                <a:latin typeface="Times New Roman"/>
                <a:cs typeface="Times New Roman"/>
              </a:rPr>
              <a:t>&lt;input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type="button"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onclick="myfunction(</a:t>
            </a:r>
            <a:r>
              <a:rPr sz="1200" dirty="0">
                <a:latin typeface="Times New Roman"/>
                <a:cs typeface="Times New Roman"/>
              </a:rPr>
              <a:t> )" </a:t>
            </a:r>
            <a:r>
              <a:rPr sz="1200" spc="-10" dirty="0">
                <a:latin typeface="Times New Roman"/>
                <a:cs typeface="Times New Roman"/>
              </a:rPr>
              <a:t>value="Call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function"&gt;</a:t>
            </a:r>
            <a:endParaRPr sz="1200">
              <a:latin typeface="Times New Roman"/>
              <a:cs typeface="Times New Roman"/>
            </a:endParaRPr>
          </a:p>
          <a:p>
            <a:pPr marL="17780">
              <a:lnSpc>
                <a:spcPct val="100000"/>
              </a:lnSpc>
              <a:spcBef>
                <a:spcPts val="640"/>
              </a:spcBef>
            </a:pPr>
            <a:r>
              <a:rPr sz="1200" spc="-10" dirty="0">
                <a:latin typeface="Times New Roman"/>
                <a:cs typeface="Times New Roman"/>
              </a:rPr>
              <a:t>&lt;/form&gt;</a:t>
            </a:r>
            <a:endParaRPr sz="1200">
              <a:latin typeface="Times New Roman"/>
              <a:cs typeface="Times New Roman"/>
            </a:endParaRPr>
          </a:p>
          <a:p>
            <a:pPr marL="17780" marR="684530">
              <a:lnSpc>
                <a:spcPts val="2070"/>
              </a:lnSpc>
              <a:spcBef>
                <a:spcPts val="165"/>
              </a:spcBef>
            </a:pPr>
            <a:r>
              <a:rPr sz="1200" dirty="0">
                <a:latin typeface="Times New Roman"/>
                <a:cs typeface="Times New Roman"/>
              </a:rPr>
              <a:t>&lt;p&gt;By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pressing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button,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function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will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called.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function </a:t>
            </a:r>
            <a:r>
              <a:rPr sz="1200" dirty="0">
                <a:latin typeface="Times New Roman"/>
                <a:cs typeface="Times New Roman"/>
              </a:rPr>
              <a:t>will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alert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message.&lt;/p&gt;</a:t>
            </a:r>
            <a:endParaRPr sz="1200">
              <a:latin typeface="Times New Roman"/>
              <a:cs typeface="Times New Roman"/>
            </a:endParaRPr>
          </a:p>
          <a:p>
            <a:pPr marL="17780">
              <a:lnSpc>
                <a:spcPct val="100000"/>
              </a:lnSpc>
              <a:spcBef>
                <a:spcPts val="455"/>
              </a:spcBef>
            </a:pPr>
            <a:r>
              <a:rPr sz="1200" spc="-10" dirty="0">
                <a:latin typeface="Times New Roman"/>
                <a:cs typeface="Times New Roman"/>
              </a:rPr>
              <a:t>&lt;/body&gt;</a:t>
            </a:r>
            <a:endParaRPr sz="1200">
              <a:latin typeface="Times New Roman"/>
              <a:cs typeface="Times New Roman"/>
            </a:endParaRPr>
          </a:p>
          <a:p>
            <a:pPr marL="17780">
              <a:lnSpc>
                <a:spcPct val="100000"/>
              </a:lnSpc>
              <a:spcBef>
                <a:spcPts val="675"/>
              </a:spcBef>
            </a:pPr>
            <a:r>
              <a:rPr sz="1200" spc="-10" dirty="0">
                <a:latin typeface="Times New Roman"/>
                <a:cs typeface="Times New Roman"/>
              </a:rPr>
              <a:t>&lt;/html&gt;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8665" y="4295775"/>
            <a:ext cx="4982845" cy="3606800"/>
          </a:xfrm>
          <a:prstGeom prst="rect">
            <a:avLst/>
          </a:prstGeom>
          <a:solidFill>
            <a:srgbClr val="F0F0F0"/>
          </a:solidFill>
        </p:spPr>
        <p:txBody>
          <a:bodyPr vert="horz" wrap="square" lIns="0" tIns="31750" rIns="0" bIns="0" rtlCol="0">
            <a:spAutoFit/>
          </a:bodyPr>
          <a:lstStyle/>
          <a:p>
            <a:pPr marL="149225">
              <a:lnSpc>
                <a:spcPts val="1405"/>
              </a:lnSpc>
              <a:spcBef>
                <a:spcPts val="250"/>
              </a:spcBef>
            </a:pPr>
            <a:r>
              <a:rPr sz="1200" spc="-10" dirty="0">
                <a:latin typeface="Times New Roman"/>
                <a:cs typeface="Times New Roman"/>
              </a:rPr>
              <a:t>&lt;html&gt;</a:t>
            </a:r>
            <a:endParaRPr sz="1200">
              <a:latin typeface="Times New Roman"/>
              <a:cs typeface="Times New Roman"/>
            </a:endParaRPr>
          </a:p>
          <a:p>
            <a:pPr marL="149225">
              <a:lnSpc>
                <a:spcPts val="1375"/>
              </a:lnSpc>
            </a:pPr>
            <a:r>
              <a:rPr sz="1200" spc="-10" dirty="0">
                <a:latin typeface="Times New Roman"/>
                <a:cs typeface="Times New Roman"/>
              </a:rPr>
              <a:t>&lt;body&gt;</a:t>
            </a:r>
            <a:endParaRPr sz="1200">
              <a:latin typeface="Times New Roman"/>
              <a:cs typeface="Times New Roman"/>
            </a:endParaRPr>
          </a:p>
          <a:p>
            <a:pPr marL="546735" marR="2953385" indent="-398780">
              <a:lnSpc>
                <a:spcPts val="1380"/>
              </a:lnSpc>
              <a:spcBef>
                <a:spcPts val="65"/>
              </a:spcBef>
            </a:pPr>
            <a:r>
              <a:rPr sz="1200" spc="-10" dirty="0">
                <a:latin typeface="Times New Roman"/>
                <a:cs typeface="Times New Roman"/>
              </a:rPr>
              <a:t>&lt;script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type="text/javascript"&gt; </a:t>
            </a:r>
            <a:r>
              <a:rPr sz="1200" dirty="0">
                <a:latin typeface="Times New Roman"/>
                <a:cs typeface="Times New Roman"/>
              </a:rPr>
              <a:t>var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d=new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Date(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)</a:t>
            </a:r>
            <a:endParaRPr sz="1200">
              <a:latin typeface="Times New Roman"/>
              <a:cs typeface="Times New Roman"/>
            </a:endParaRPr>
          </a:p>
          <a:p>
            <a:pPr marL="546735" marR="20193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var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weekday=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new </a:t>
            </a:r>
            <a:r>
              <a:rPr sz="1200" spc="-20" dirty="0">
                <a:latin typeface="Times New Roman"/>
                <a:cs typeface="Times New Roman"/>
              </a:rPr>
              <a:t>Array("Sunday","Monday","Tuesday","Wednesday","Thursday","Frid</a:t>
            </a:r>
            <a:endParaRPr sz="1200">
              <a:latin typeface="Times New Roman"/>
              <a:cs typeface="Times New Roman"/>
            </a:endParaRPr>
          </a:p>
          <a:p>
            <a:pPr marL="149225">
              <a:lnSpc>
                <a:spcPts val="1320"/>
              </a:lnSpc>
            </a:pPr>
            <a:r>
              <a:rPr sz="1200" spc="-20" dirty="0">
                <a:latin typeface="Times New Roman"/>
                <a:cs typeface="Times New Roman"/>
              </a:rPr>
              <a:t>ay",</a:t>
            </a:r>
            <a:endParaRPr sz="1200">
              <a:latin typeface="Times New Roman"/>
              <a:cs typeface="Times New Roman"/>
            </a:endParaRPr>
          </a:p>
          <a:p>
            <a:pPr marL="546735">
              <a:lnSpc>
                <a:spcPts val="1375"/>
              </a:lnSpc>
            </a:pPr>
            <a:r>
              <a:rPr sz="1200" spc="-10" dirty="0">
                <a:latin typeface="Times New Roman"/>
                <a:cs typeface="Times New Roman"/>
              </a:rPr>
              <a:t>"Saturday")</a:t>
            </a:r>
            <a:endParaRPr sz="1200">
              <a:latin typeface="Times New Roman"/>
              <a:cs typeface="Times New Roman"/>
            </a:endParaRPr>
          </a:p>
          <a:p>
            <a:pPr marL="546735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var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monthname=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new</a:t>
            </a:r>
            <a:endParaRPr sz="1200">
              <a:latin typeface="Times New Roman"/>
              <a:cs typeface="Times New Roman"/>
            </a:endParaRPr>
          </a:p>
          <a:p>
            <a:pPr marL="149225" marR="174625" indent="396875">
              <a:lnSpc>
                <a:spcPts val="1380"/>
              </a:lnSpc>
              <a:spcBef>
                <a:spcPts val="65"/>
              </a:spcBef>
            </a:pPr>
            <a:r>
              <a:rPr sz="1200" spc="-10" dirty="0">
                <a:latin typeface="Times New Roman"/>
                <a:cs typeface="Times New Roman"/>
              </a:rPr>
              <a:t>Array("Jan","Feb","Mar","Apr","May","Jun","Jul","Aug","Sep","Oct", "Nov",</a:t>
            </a:r>
            <a:endParaRPr sz="1200">
              <a:latin typeface="Times New Roman"/>
              <a:cs typeface="Times New Roman"/>
            </a:endParaRPr>
          </a:p>
          <a:p>
            <a:pPr marL="546735">
              <a:lnSpc>
                <a:spcPts val="1315"/>
              </a:lnSpc>
            </a:pPr>
            <a:r>
              <a:rPr sz="1200" spc="-10" dirty="0">
                <a:latin typeface="Times New Roman"/>
                <a:cs typeface="Times New Roman"/>
              </a:rPr>
              <a:t>"Dec")</a:t>
            </a:r>
            <a:endParaRPr sz="1200">
              <a:latin typeface="Times New Roman"/>
              <a:cs typeface="Times New Roman"/>
            </a:endParaRPr>
          </a:p>
          <a:p>
            <a:pPr marL="546735" marR="1407160">
              <a:lnSpc>
                <a:spcPts val="1380"/>
              </a:lnSpc>
              <a:spcBef>
                <a:spcPts val="65"/>
              </a:spcBef>
            </a:pPr>
            <a:r>
              <a:rPr sz="1200" spc="-10" dirty="0">
                <a:latin typeface="Times New Roman"/>
                <a:cs typeface="Times New Roman"/>
              </a:rPr>
              <a:t>document.write(weekday[d.getDay(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)]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+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"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") </a:t>
            </a:r>
            <a:r>
              <a:rPr sz="1200" spc="-10" dirty="0">
                <a:latin typeface="Times New Roman"/>
                <a:cs typeface="Times New Roman"/>
              </a:rPr>
              <a:t>document.write(d.getDate(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)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+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".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") </a:t>
            </a:r>
            <a:r>
              <a:rPr sz="1200" spc="-10" dirty="0">
                <a:latin typeface="Times New Roman"/>
                <a:cs typeface="Times New Roman"/>
              </a:rPr>
              <a:t>document.write(monthname[d.getMonth(</a:t>
            </a:r>
            <a:r>
              <a:rPr sz="1200" dirty="0">
                <a:latin typeface="Times New Roman"/>
                <a:cs typeface="Times New Roman"/>
              </a:rPr>
              <a:t> )]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+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"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") </a:t>
            </a:r>
            <a:r>
              <a:rPr sz="1200" spc="-10" dirty="0">
                <a:latin typeface="Times New Roman"/>
                <a:cs typeface="Times New Roman"/>
              </a:rPr>
              <a:t>document.write(d.getFullYear(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))</a:t>
            </a:r>
            <a:endParaRPr sz="1200">
              <a:latin typeface="Times New Roman"/>
              <a:cs typeface="Times New Roman"/>
            </a:endParaRPr>
          </a:p>
          <a:p>
            <a:pPr marL="149225">
              <a:lnSpc>
                <a:spcPts val="1315"/>
              </a:lnSpc>
            </a:pPr>
            <a:r>
              <a:rPr sz="1200" spc="-10" dirty="0">
                <a:latin typeface="Times New Roman"/>
                <a:cs typeface="Times New Roman"/>
              </a:rPr>
              <a:t>&lt;/script&gt;</a:t>
            </a:r>
            <a:endParaRPr sz="1200">
              <a:latin typeface="Times New Roman"/>
              <a:cs typeface="Times New Roman"/>
            </a:endParaRPr>
          </a:p>
          <a:p>
            <a:pPr marL="149225">
              <a:lnSpc>
                <a:spcPts val="1395"/>
              </a:lnSpc>
            </a:pPr>
            <a:r>
              <a:rPr sz="1200" spc="-10" dirty="0">
                <a:latin typeface="Times New Roman"/>
                <a:cs typeface="Times New Roman"/>
              </a:rPr>
              <a:t>&lt;/body&gt;</a:t>
            </a:r>
            <a:endParaRPr sz="1200">
              <a:latin typeface="Times New Roman"/>
              <a:cs typeface="Times New Roman"/>
            </a:endParaRPr>
          </a:p>
          <a:p>
            <a:pPr marL="149225">
              <a:lnSpc>
                <a:spcPts val="1425"/>
              </a:lnSpc>
            </a:pPr>
            <a:r>
              <a:rPr sz="1200" spc="-10" dirty="0">
                <a:latin typeface="Times New Roman"/>
                <a:cs typeface="Times New Roman"/>
              </a:rPr>
              <a:t>&lt;/html&gt;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11200" y="572769"/>
            <a:ext cx="29311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9870" algn="l"/>
              </a:tabLst>
            </a:pPr>
            <a:r>
              <a:rPr sz="1200" b="1" spc="-25" dirty="0">
                <a:latin typeface="Times New Roman"/>
                <a:cs typeface="Times New Roman"/>
              </a:rPr>
              <a:t>f.</a:t>
            </a:r>
            <a:r>
              <a:rPr sz="1200" b="1" dirty="0">
                <a:latin typeface="Times New Roman"/>
                <a:cs typeface="Times New Roman"/>
              </a:rPr>
              <a:t>	Fungsi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dengan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argumen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=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contohjs6.html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8665" y="965200"/>
            <a:ext cx="5373370" cy="3058160"/>
          </a:xfrm>
          <a:prstGeom prst="rect">
            <a:avLst/>
          </a:prstGeom>
          <a:solidFill>
            <a:srgbClr val="F0F0F0"/>
          </a:solidFill>
        </p:spPr>
        <p:txBody>
          <a:bodyPr vert="horz" wrap="square" lIns="0" tIns="39369" rIns="0" bIns="0" rtlCol="0">
            <a:spAutoFit/>
          </a:bodyPr>
          <a:lstStyle/>
          <a:p>
            <a:pPr marL="90805">
              <a:lnSpc>
                <a:spcPts val="1415"/>
              </a:lnSpc>
              <a:spcBef>
                <a:spcPts val="309"/>
              </a:spcBef>
              <a:tabLst>
                <a:tab pos="2825115" algn="l"/>
              </a:tabLst>
            </a:pPr>
            <a:r>
              <a:rPr sz="1200" spc="-10" dirty="0">
                <a:latin typeface="Times New Roman"/>
                <a:cs typeface="Times New Roman"/>
              </a:rPr>
              <a:t>&lt;html&gt;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800" baseline="2314" dirty="0">
                <a:latin typeface="Times New Roman"/>
                <a:cs typeface="Times New Roman"/>
              </a:rPr>
              <a:t>&lt;input</a:t>
            </a:r>
            <a:r>
              <a:rPr sz="1800" spc="-60" baseline="2314" dirty="0">
                <a:latin typeface="Times New Roman"/>
                <a:cs typeface="Times New Roman"/>
              </a:rPr>
              <a:t> </a:t>
            </a:r>
            <a:r>
              <a:rPr sz="1800" spc="-15" baseline="2314" dirty="0">
                <a:latin typeface="Times New Roman"/>
                <a:cs typeface="Times New Roman"/>
              </a:rPr>
              <a:t>type="button"</a:t>
            </a:r>
            <a:endParaRPr sz="1800" baseline="2314">
              <a:latin typeface="Times New Roman"/>
              <a:cs typeface="Times New Roman"/>
            </a:endParaRPr>
          </a:p>
          <a:p>
            <a:pPr marL="90805">
              <a:lnSpc>
                <a:spcPts val="1380"/>
              </a:lnSpc>
              <a:tabLst>
                <a:tab pos="2787015" algn="l"/>
              </a:tabLst>
            </a:pPr>
            <a:r>
              <a:rPr sz="1200" spc="-10" dirty="0">
                <a:latin typeface="Times New Roman"/>
                <a:cs typeface="Times New Roman"/>
              </a:rPr>
              <a:t>&lt;head&gt;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800" spc="-15" baseline="4629" dirty="0">
                <a:latin typeface="Times New Roman"/>
                <a:cs typeface="Times New Roman"/>
              </a:rPr>
              <a:t>onclick="myfunction('Good</a:t>
            </a:r>
            <a:r>
              <a:rPr sz="1800" spc="89" baseline="4629" dirty="0">
                <a:latin typeface="Times New Roman"/>
                <a:cs typeface="Times New Roman"/>
              </a:rPr>
              <a:t> </a:t>
            </a:r>
            <a:r>
              <a:rPr sz="1800" spc="-15" baseline="4629" dirty="0">
                <a:latin typeface="Times New Roman"/>
                <a:cs typeface="Times New Roman"/>
              </a:rPr>
              <a:t>Evening!')"</a:t>
            </a:r>
            <a:endParaRPr sz="1800" baseline="4629">
              <a:latin typeface="Times New Roman"/>
              <a:cs typeface="Times New Roman"/>
            </a:endParaRPr>
          </a:p>
          <a:p>
            <a:pPr marL="90805" marR="992505">
              <a:lnSpc>
                <a:spcPts val="1380"/>
              </a:lnSpc>
              <a:spcBef>
                <a:spcPts val="60"/>
              </a:spcBef>
              <a:tabLst>
                <a:tab pos="2787015" algn="l"/>
              </a:tabLst>
            </a:pPr>
            <a:r>
              <a:rPr sz="1200" spc="-10" dirty="0">
                <a:latin typeface="Times New Roman"/>
                <a:cs typeface="Times New Roman"/>
              </a:rPr>
              <a:t>&lt;script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type="text/javascript"&gt;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800" spc="-15" baseline="2314" dirty="0">
                <a:latin typeface="Times New Roman"/>
                <a:cs typeface="Times New Roman"/>
              </a:rPr>
              <a:t>value="Selamat</a:t>
            </a:r>
            <a:r>
              <a:rPr sz="1800" spc="37" baseline="2314" dirty="0">
                <a:latin typeface="Times New Roman"/>
                <a:cs typeface="Times New Roman"/>
              </a:rPr>
              <a:t> </a:t>
            </a:r>
            <a:r>
              <a:rPr sz="1800" spc="-15" baseline="2314" dirty="0">
                <a:latin typeface="Times New Roman"/>
                <a:cs typeface="Times New Roman"/>
              </a:rPr>
              <a:t>Malam"&gt; </a:t>
            </a:r>
            <a:r>
              <a:rPr sz="1200" dirty="0">
                <a:latin typeface="Times New Roman"/>
                <a:cs typeface="Times New Roman"/>
              </a:rPr>
              <a:t>function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myfunction(txt)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800" spc="-15" baseline="2314" dirty="0">
                <a:latin typeface="Times New Roman"/>
                <a:cs typeface="Times New Roman"/>
              </a:rPr>
              <a:t>&lt;/form&gt;</a:t>
            </a:r>
            <a:endParaRPr sz="1800" baseline="2314">
              <a:latin typeface="Times New Roman"/>
              <a:cs typeface="Times New Roman"/>
            </a:endParaRPr>
          </a:p>
          <a:p>
            <a:pPr marL="90805">
              <a:lnSpc>
                <a:spcPts val="1315"/>
              </a:lnSpc>
              <a:tabLst>
                <a:tab pos="2787015" algn="l"/>
              </a:tabLst>
            </a:pPr>
            <a:r>
              <a:rPr sz="1200" spc="-50" dirty="0">
                <a:latin typeface="Times New Roman"/>
                <a:cs typeface="Times New Roman"/>
              </a:rPr>
              <a:t>{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800" spc="-37" baseline="2314" dirty="0">
                <a:latin typeface="Times New Roman"/>
                <a:cs typeface="Times New Roman"/>
              </a:rPr>
              <a:t>&lt;p&gt;</a:t>
            </a:r>
            <a:endParaRPr sz="1800" baseline="2314">
              <a:latin typeface="Times New Roman"/>
              <a:cs typeface="Times New Roman"/>
            </a:endParaRPr>
          </a:p>
          <a:p>
            <a:pPr marL="90805">
              <a:lnSpc>
                <a:spcPts val="1380"/>
              </a:lnSpc>
              <a:tabLst>
                <a:tab pos="2787015" algn="l"/>
              </a:tabLst>
            </a:pPr>
            <a:r>
              <a:rPr sz="1200" spc="-10" dirty="0">
                <a:latin typeface="Times New Roman"/>
                <a:cs typeface="Times New Roman"/>
              </a:rPr>
              <a:t>alert(txt)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800" baseline="2314" dirty="0">
                <a:latin typeface="Times New Roman"/>
                <a:cs typeface="Times New Roman"/>
              </a:rPr>
              <a:t>ketika</a:t>
            </a:r>
            <a:r>
              <a:rPr sz="1800" spc="262" baseline="2314" dirty="0">
                <a:latin typeface="Times New Roman"/>
                <a:cs typeface="Times New Roman"/>
              </a:rPr>
              <a:t> </a:t>
            </a:r>
            <a:r>
              <a:rPr sz="1800" baseline="2314" dirty="0">
                <a:latin typeface="Times New Roman"/>
                <a:cs typeface="Times New Roman"/>
              </a:rPr>
              <a:t>di</a:t>
            </a:r>
            <a:r>
              <a:rPr sz="1800" spc="262" baseline="2314" dirty="0">
                <a:latin typeface="Times New Roman"/>
                <a:cs typeface="Times New Roman"/>
              </a:rPr>
              <a:t> </a:t>
            </a:r>
            <a:r>
              <a:rPr sz="1800" baseline="2314" dirty="0">
                <a:latin typeface="Times New Roman"/>
                <a:cs typeface="Times New Roman"/>
              </a:rPr>
              <a:t>tekan</a:t>
            </a:r>
            <a:r>
              <a:rPr sz="1800" spc="270" baseline="2314" dirty="0">
                <a:latin typeface="Times New Roman"/>
                <a:cs typeface="Times New Roman"/>
              </a:rPr>
              <a:t> </a:t>
            </a:r>
            <a:r>
              <a:rPr sz="1800" baseline="2314" dirty="0">
                <a:latin typeface="Times New Roman"/>
                <a:cs typeface="Times New Roman"/>
              </a:rPr>
              <a:t>salah</a:t>
            </a:r>
            <a:r>
              <a:rPr sz="1800" spc="262" baseline="2314" dirty="0">
                <a:latin typeface="Times New Roman"/>
                <a:cs typeface="Times New Roman"/>
              </a:rPr>
              <a:t> </a:t>
            </a:r>
            <a:r>
              <a:rPr sz="1800" baseline="2314" dirty="0">
                <a:latin typeface="Times New Roman"/>
                <a:cs typeface="Times New Roman"/>
              </a:rPr>
              <a:t>satu</a:t>
            </a:r>
            <a:r>
              <a:rPr sz="1800" spc="270" baseline="2314" dirty="0">
                <a:latin typeface="Times New Roman"/>
                <a:cs typeface="Times New Roman"/>
              </a:rPr>
              <a:t> </a:t>
            </a:r>
            <a:r>
              <a:rPr sz="1800" baseline="2314" dirty="0">
                <a:latin typeface="Times New Roman"/>
                <a:cs typeface="Times New Roman"/>
              </a:rPr>
              <a:t>tombol</a:t>
            </a:r>
            <a:r>
              <a:rPr sz="1800" spc="270" baseline="2314" dirty="0">
                <a:latin typeface="Times New Roman"/>
                <a:cs typeface="Times New Roman"/>
              </a:rPr>
              <a:t> </a:t>
            </a:r>
            <a:r>
              <a:rPr sz="1800" spc="-30" baseline="2314" dirty="0">
                <a:latin typeface="Times New Roman"/>
                <a:cs typeface="Times New Roman"/>
              </a:rPr>
              <a:t>maka</a:t>
            </a:r>
            <a:endParaRPr sz="1800" baseline="2314">
              <a:latin typeface="Times New Roman"/>
              <a:cs typeface="Times New Roman"/>
            </a:endParaRPr>
          </a:p>
          <a:p>
            <a:pPr marL="90805">
              <a:lnSpc>
                <a:spcPts val="1380"/>
              </a:lnSpc>
              <a:tabLst>
                <a:tab pos="2787015" algn="l"/>
              </a:tabLst>
            </a:pPr>
            <a:r>
              <a:rPr sz="1200" spc="-50" dirty="0">
                <a:latin typeface="Times New Roman"/>
                <a:cs typeface="Times New Roman"/>
              </a:rPr>
              <a:t>}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800" baseline="2314" dirty="0">
                <a:latin typeface="Times New Roman"/>
                <a:cs typeface="Times New Roman"/>
              </a:rPr>
              <a:t>fungsi</a:t>
            </a:r>
            <a:r>
              <a:rPr sz="1800" spc="37" baseline="2314" dirty="0">
                <a:latin typeface="Times New Roman"/>
                <a:cs typeface="Times New Roman"/>
              </a:rPr>
              <a:t> </a:t>
            </a:r>
            <a:r>
              <a:rPr sz="1800" baseline="2314" dirty="0">
                <a:latin typeface="Times New Roman"/>
                <a:cs typeface="Times New Roman"/>
              </a:rPr>
              <a:t>akan</a:t>
            </a:r>
            <a:r>
              <a:rPr sz="1800" spc="37" baseline="2314" dirty="0">
                <a:latin typeface="Times New Roman"/>
                <a:cs typeface="Times New Roman"/>
              </a:rPr>
              <a:t> </a:t>
            </a:r>
            <a:r>
              <a:rPr sz="1800" baseline="2314" dirty="0">
                <a:latin typeface="Times New Roman"/>
                <a:cs typeface="Times New Roman"/>
              </a:rPr>
              <a:t>di</a:t>
            </a:r>
            <a:r>
              <a:rPr sz="1800" spc="37" baseline="2314" dirty="0">
                <a:latin typeface="Times New Roman"/>
                <a:cs typeface="Times New Roman"/>
              </a:rPr>
              <a:t> </a:t>
            </a:r>
            <a:r>
              <a:rPr sz="1800" baseline="2314" dirty="0">
                <a:latin typeface="Times New Roman"/>
                <a:cs typeface="Times New Roman"/>
              </a:rPr>
              <a:t>panggil</a:t>
            </a:r>
            <a:r>
              <a:rPr sz="1800" spc="37" baseline="2314" dirty="0">
                <a:latin typeface="Times New Roman"/>
                <a:cs typeface="Times New Roman"/>
              </a:rPr>
              <a:t> </a:t>
            </a:r>
            <a:r>
              <a:rPr sz="1800" baseline="2314" dirty="0">
                <a:latin typeface="Times New Roman"/>
                <a:cs typeface="Times New Roman"/>
              </a:rPr>
              <a:t>dan</a:t>
            </a:r>
            <a:r>
              <a:rPr sz="1800" spc="37" baseline="2314" dirty="0">
                <a:latin typeface="Times New Roman"/>
                <a:cs typeface="Times New Roman"/>
              </a:rPr>
              <a:t> </a:t>
            </a:r>
            <a:r>
              <a:rPr sz="1800" baseline="2314" dirty="0">
                <a:latin typeface="Times New Roman"/>
                <a:cs typeface="Times New Roman"/>
              </a:rPr>
              <a:t>pesan</a:t>
            </a:r>
            <a:r>
              <a:rPr sz="1800" spc="37" baseline="2314" dirty="0">
                <a:latin typeface="Times New Roman"/>
                <a:cs typeface="Times New Roman"/>
              </a:rPr>
              <a:t> </a:t>
            </a:r>
            <a:r>
              <a:rPr sz="1800" baseline="2314" dirty="0">
                <a:latin typeface="Times New Roman"/>
                <a:cs typeface="Times New Roman"/>
              </a:rPr>
              <a:t>akan</a:t>
            </a:r>
            <a:r>
              <a:rPr sz="1800" spc="37" baseline="2314" dirty="0">
                <a:latin typeface="Times New Roman"/>
                <a:cs typeface="Times New Roman"/>
              </a:rPr>
              <a:t> </a:t>
            </a:r>
            <a:r>
              <a:rPr sz="1800" spc="-37" baseline="2314" dirty="0">
                <a:latin typeface="Times New Roman"/>
                <a:cs typeface="Times New Roman"/>
              </a:rPr>
              <a:t>di</a:t>
            </a:r>
            <a:endParaRPr sz="1800" baseline="2314">
              <a:latin typeface="Times New Roman"/>
              <a:cs typeface="Times New Roman"/>
            </a:endParaRPr>
          </a:p>
          <a:p>
            <a:pPr marL="90805">
              <a:lnSpc>
                <a:spcPts val="1380"/>
              </a:lnSpc>
              <a:tabLst>
                <a:tab pos="2787015" algn="l"/>
              </a:tabLst>
            </a:pPr>
            <a:r>
              <a:rPr sz="1200" spc="-10" dirty="0">
                <a:latin typeface="Times New Roman"/>
                <a:cs typeface="Times New Roman"/>
              </a:rPr>
              <a:t>&lt;/script&gt;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800" spc="-15" baseline="2314" dirty="0">
                <a:latin typeface="Times New Roman"/>
                <a:cs typeface="Times New Roman"/>
              </a:rPr>
              <a:t>tampilkan</a:t>
            </a:r>
            <a:endParaRPr sz="1800" baseline="2314">
              <a:latin typeface="Times New Roman"/>
              <a:cs typeface="Times New Roman"/>
            </a:endParaRPr>
          </a:p>
          <a:p>
            <a:pPr marL="90805">
              <a:lnSpc>
                <a:spcPts val="1380"/>
              </a:lnSpc>
              <a:tabLst>
                <a:tab pos="2787015" algn="l"/>
              </a:tabLst>
            </a:pPr>
            <a:r>
              <a:rPr sz="1200" spc="-10" dirty="0">
                <a:latin typeface="Times New Roman"/>
                <a:cs typeface="Times New Roman"/>
              </a:rPr>
              <a:t>&lt;/head&gt;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800" spc="-30" baseline="2314" dirty="0">
                <a:latin typeface="Times New Roman"/>
                <a:cs typeface="Times New Roman"/>
              </a:rPr>
              <a:t>&lt;/p&gt;</a:t>
            </a:r>
            <a:endParaRPr sz="1800" baseline="2314">
              <a:latin typeface="Times New Roman"/>
              <a:cs typeface="Times New Roman"/>
            </a:endParaRPr>
          </a:p>
          <a:p>
            <a:pPr marL="90805">
              <a:lnSpc>
                <a:spcPts val="1380"/>
              </a:lnSpc>
              <a:tabLst>
                <a:tab pos="2787015" algn="l"/>
              </a:tabLst>
            </a:pPr>
            <a:r>
              <a:rPr sz="1200" spc="-10" dirty="0">
                <a:latin typeface="Times New Roman"/>
                <a:cs typeface="Times New Roman"/>
              </a:rPr>
              <a:t>&lt;body&gt;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800" spc="-15" baseline="2314" dirty="0">
                <a:latin typeface="Times New Roman"/>
                <a:cs typeface="Times New Roman"/>
              </a:rPr>
              <a:t>&lt;/body&gt;</a:t>
            </a:r>
            <a:endParaRPr sz="1800" baseline="2314">
              <a:latin typeface="Times New Roman"/>
              <a:cs typeface="Times New Roman"/>
            </a:endParaRPr>
          </a:p>
          <a:p>
            <a:pPr marL="90805">
              <a:lnSpc>
                <a:spcPts val="1380"/>
              </a:lnSpc>
              <a:tabLst>
                <a:tab pos="2787015" algn="l"/>
              </a:tabLst>
            </a:pPr>
            <a:r>
              <a:rPr sz="1200" spc="-10" dirty="0">
                <a:latin typeface="Times New Roman"/>
                <a:cs typeface="Times New Roman"/>
              </a:rPr>
              <a:t>&lt;form&gt;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800" spc="-15" baseline="2314" dirty="0">
                <a:latin typeface="Times New Roman"/>
                <a:cs typeface="Times New Roman"/>
              </a:rPr>
              <a:t>&lt;/html&gt;</a:t>
            </a:r>
            <a:endParaRPr sz="1800" baseline="2314">
              <a:latin typeface="Times New Roman"/>
              <a:cs typeface="Times New Roman"/>
            </a:endParaRPr>
          </a:p>
          <a:p>
            <a:pPr marL="90805" marR="2804160">
              <a:lnSpc>
                <a:spcPct val="95800"/>
              </a:lnSpc>
              <a:spcBef>
                <a:spcPts val="30"/>
              </a:spcBef>
            </a:pPr>
            <a:r>
              <a:rPr sz="1200" dirty="0">
                <a:latin typeface="Times New Roman"/>
                <a:cs typeface="Times New Roman"/>
              </a:rPr>
              <a:t>&lt;input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type="button" onclick="myfunction('Good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Morning!')" value="Selamat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Pagi"&gt;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1200" y="3989704"/>
            <a:ext cx="34188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Times New Roman"/>
                <a:cs typeface="Times New Roman"/>
              </a:rPr>
              <a:t>g.</a:t>
            </a:r>
            <a:r>
              <a:rPr sz="1200" b="1" spc="47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Memunculkan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tanggal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lengkap</a:t>
            </a:r>
            <a:r>
              <a:rPr sz="1200" b="1" spc="27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=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contohjs7.html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0580" y="4735195"/>
            <a:ext cx="3465195" cy="1821180"/>
          </a:xfrm>
          <a:prstGeom prst="rect">
            <a:avLst/>
          </a:prstGeom>
          <a:solidFill>
            <a:srgbClr val="F0F0F0"/>
          </a:solidFill>
        </p:spPr>
        <p:txBody>
          <a:bodyPr vert="horz" wrap="square" lIns="0" tIns="0" rIns="0" bIns="0" rtlCol="0">
            <a:spAutoFit/>
          </a:bodyPr>
          <a:lstStyle/>
          <a:p>
            <a:pPr marL="17780">
              <a:lnSpc>
                <a:spcPts val="1350"/>
              </a:lnSpc>
            </a:pPr>
            <a:r>
              <a:rPr sz="1200" dirty="0">
                <a:solidFill>
                  <a:srgbClr val="484848"/>
                </a:solidFill>
                <a:latin typeface="Times New Roman"/>
                <a:cs typeface="Times New Roman"/>
              </a:rPr>
              <a:t>var</a:t>
            </a:r>
            <a:r>
              <a:rPr sz="1200" spc="-15" dirty="0">
                <a:solidFill>
                  <a:srgbClr val="48484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484848"/>
                </a:solidFill>
                <a:latin typeface="Times New Roman"/>
                <a:cs typeface="Times New Roman"/>
              </a:rPr>
              <a:t>n =</a:t>
            </a:r>
            <a:r>
              <a:rPr sz="1200" spc="-10" dirty="0">
                <a:solidFill>
                  <a:srgbClr val="484848"/>
                </a:solidFill>
                <a:latin typeface="Times New Roman"/>
                <a:cs typeface="Times New Roman"/>
              </a:rPr>
              <a:t> prompt("Masukan</a:t>
            </a:r>
            <a:r>
              <a:rPr sz="1200" dirty="0">
                <a:solidFill>
                  <a:srgbClr val="484848"/>
                </a:solidFill>
                <a:latin typeface="Times New Roman"/>
                <a:cs typeface="Times New Roman"/>
              </a:rPr>
              <a:t> nama </a:t>
            </a:r>
            <a:r>
              <a:rPr sz="1200" spc="-10" dirty="0">
                <a:solidFill>
                  <a:srgbClr val="484848"/>
                </a:solidFill>
                <a:latin typeface="Times New Roman"/>
                <a:cs typeface="Times New Roman"/>
              </a:rPr>
              <a:t>anda:");</a:t>
            </a:r>
            <a:endParaRPr sz="1200">
              <a:latin typeface="Times New Roman"/>
              <a:cs typeface="Times New Roman"/>
            </a:endParaRPr>
          </a:p>
          <a:p>
            <a:pPr marL="17780" marR="193675">
              <a:lnSpc>
                <a:spcPts val="2060"/>
              </a:lnSpc>
              <a:spcBef>
                <a:spcPts val="150"/>
              </a:spcBef>
            </a:pPr>
            <a:r>
              <a:rPr sz="1200" dirty="0">
                <a:solidFill>
                  <a:srgbClr val="484848"/>
                </a:solidFill>
                <a:latin typeface="Times New Roman"/>
                <a:cs typeface="Times New Roman"/>
              </a:rPr>
              <a:t>var</a:t>
            </a:r>
            <a:r>
              <a:rPr sz="1200" spc="-40" dirty="0">
                <a:solidFill>
                  <a:srgbClr val="48484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484848"/>
                </a:solidFill>
                <a:latin typeface="Times New Roman"/>
                <a:cs typeface="Times New Roman"/>
              </a:rPr>
              <a:t>c</a:t>
            </a:r>
            <a:r>
              <a:rPr sz="1200" spc="-50" dirty="0">
                <a:solidFill>
                  <a:srgbClr val="48484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484848"/>
                </a:solidFill>
                <a:latin typeface="Times New Roman"/>
                <a:cs typeface="Times New Roman"/>
              </a:rPr>
              <a:t>=</a:t>
            </a:r>
            <a:r>
              <a:rPr sz="1200" spc="-25" dirty="0">
                <a:solidFill>
                  <a:srgbClr val="484848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484848"/>
                </a:solidFill>
                <a:latin typeface="Times New Roman"/>
                <a:cs typeface="Times New Roman"/>
              </a:rPr>
              <a:t>confirm("Hai</a:t>
            </a:r>
            <a:r>
              <a:rPr sz="1200" spc="-25" dirty="0">
                <a:solidFill>
                  <a:srgbClr val="48484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484848"/>
                </a:solidFill>
                <a:latin typeface="Times New Roman"/>
                <a:cs typeface="Times New Roman"/>
              </a:rPr>
              <a:t>"+n+"!</a:t>
            </a:r>
            <a:r>
              <a:rPr sz="1200" spc="-35" dirty="0">
                <a:solidFill>
                  <a:srgbClr val="48484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484848"/>
                </a:solidFill>
                <a:latin typeface="Times New Roman"/>
                <a:cs typeface="Times New Roman"/>
              </a:rPr>
              <a:t>Apakah</a:t>
            </a:r>
            <a:r>
              <a:rPr sz="1200" spc="-40" dirty="0">
                <a:solidFill>
                  <a:srgbClr val="48484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484848"/>
                </a:solidFill>
                <a:latin typeface="Times New Roman"/>
                <a:cs typeface="Times New Roman"/>
              </a:rPr>
              <a:t>saya</a:t>
            </a:r>
            <a:r>
              <a:rPr sz="1200" spc="-30" dirty="0">
                <a:solidFill>
                  <a:srgbClr val="484848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484848"/>
                </a:solidFill>
                <a:latin typeface="Times New Roman"/>
                <a:cs typeface="Times New Roman"/>
              </a:rPr>
              <a:t>tampan?"); </a:t>
            </a:r>
            <a:r>
              <a:rPr sz="1200" dirty="0">
                <a:solidFill>
                  <a:srgbClr val="484848"/>
                </a:solidFill>
                <a:latin typeface="Times New Roman"/>
                <a:cs typeface="Times New Roman"/>
              </a:rPr>
              <a:t>if</a:t>
            </a:r>
            <a:r>
              <a:rPr sz="1200" spc="-15" dirty="0">
                <a:solidFill>
                  <a:srgbClr val="48484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484848"/>
                </a:solidFill>
                <a:latin typeface="Times New Roman"/>
                <a:cs typeface="Times New Roman"/>
              </a:rPr>
              <a:t>(c</a:t>
            </a:r>
            <a:r>
              <a:rPr sz="1200" spc="-20" dirty="0">
                <a:solidFill>
                  <a:srgbClr val="48484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484848"/>
                </a:solidFill>
                <a:latin typeface="Times New Roman"/>
                <a:cs typeface="Times New Roman"/>
              </a:rPr>
              <a:t>==</a:t>
            </a:r>
            <a:r>
              <a:rPr sz="1200" spc="-15" dirty="0">
                <a:solidFill>
                  <a:srgbClr val="48484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484848"/>
                </a:solidFill>
                <a:latin typeface="Times New Roman"/>
                <a:cs typeface="Times New Roman"/>
              </a:rPr>
              <a:t>true)</a:t>
            </a:r>
            <a:r>
              <a:rPr sz="1200" spc="-10" dirty="0">
                <a:solidFill>
                  <a:srgbClr val="484848"/>
                </a:solidFill>
                <a:latin typeface="Times New Roman"/>
                <a:cs typeface="Times New Roman"/>
              </a:rPr>
              <a:t> </a:t>
            </a:r>
            <a:r>
              <a:rPr sz="1200" spc="-50" dirty="0">
                <a:solidFill>
                  <a:srgbClr val="484848"/>
                </a:solidFill>
                <a:latin typeface="Times New Roman"/>
                <a:cs typeface="Times New Roman"/>
              </a:rPr>
              <a:t>{</a:t>
            </a:r>
            <a:endParaRPr sz="1200">
              <a:latin typeface="Times New Roman"/>
              <a:cs typeface="Times New Roman"/>
            </a:endParaRPr>
          </a:p>
          <a:p>
            <a:pPr marL="93980">
              <a:lnSpc>
                <a:spcPct val="100000"/>
              </a:lnSpc>
              <a:spcBef>
                <a:spcPts val="459"/>
              </a:spcBef>
            </a:pPr>
            <a:r>
              <a:rPr sz="1200" dirty="0">
                <a:solidFill>
                  <a:srgbClr val="484848"/>
                </a:solidFill>
                <a:latin typeface="Times New Roman"/>
                <a:cs typeface="Times New Roman"/>
              </a:rPr>
              <a:t>alert('Oh</a:t>
            </a:r>
            <a:r>
              <a:rPr sz="1200" spc="-75" dirty="0">
                <a:solidFill>
                  <a:srgbClr val="484848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484848"/>
                </a:solidFill>
                <a:latin typeface="Times New Roman"/>
                <a:cs typeface="Times New Roman"/>
              </a:rPr>
              <a:t>Thanks!!');</a:t>
            </a:r>
            <a:endParaRPr sz="1200">
              <a:latin typeface="Times New Roman"/>
              <a:cs typeface="Times New Roman"/>
            </a:endParaRPr>
          </a:p>
          <a:p>
            <a:pPr marL="17780">
              <a:lnSpc>
                <a:spcPct val="100000"/>
              </a:lnSpc>
              <a:spcBef>
                <a:spcPts val="640"/>
              </a:spcBef>
            </a:pPr>
            <a:r>
              <a:rPr sz="1200" spc="-10" dirty="0">
                <a:solidFill>
                  <a:srgbClr val="484848"/>
                </a:solidFill>
                <a:latin typeface="Times New Roman"/>
                <a:cs typeface="Times New Roman"/>
              </a:rPr>
              <a:t>}else{</a:t>
            </a:r>
            <a:endParaRPr sz="1200">
              <a:latin typeface="Times New Roman"/>
              <a:cs typeface="Times New Roman"/>
            </a:endParaRPr>
          </a:p>
          <a:p>
            <a:pPr marL="93980">
              <a:lnSpc>
                <a:spcPct val="100000"/>
              </a:lnSpc>
              <a:spcBef>
                <a:spcPts val="630"/>
              </a:spcBef>
            </a:pPr>
            <a:r>
              <a:rPr sz="1200" spc="-10" dirty="0">
                <a:solidFill>
                  <a:srgbClr val="484848"/>
                </a:solidFill>
                <a:latin typeface="Times New Roman"/>
                <a:cs typeface="Times New Roman"/>
              </a:rPr>
              <a:t>alert('Why?!!');</a:t>
            </a:r>
            <a:endParaRPr sz="1200">
              <a:latin typeface="Times New Roman"/>
              <a:cs typeface="Times New Roman"/>
            </a:endParaRPr>
          </a:p>
          <a:p>
            <a:pPr marL="17780">
              <a:lnSpc>
                <a:spcPct val="100000"/>
              </a:lnSpc>
              <a:spcBef>
                <a:spcPts val="650"/>
              </a:spcBef>
            </a:pPr>
            <a:r>
              <a:rPr sz="1200" spc="-50" dirty="0">
                <a:solidFill>
                  <a:srgbClr val="484848"/>
                </a:solidFill>
                <a:latin typeface="Times New Roman"/>
                <a:cs typeface="Times New Roman"/>
              </a:rPr>
              <a:t>}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11200" y="466301"/>
            <a:ext cx="4594225" cy="1143635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1400" b="1" spc="-10" dirty="0">
                <a:latin typeface="Times New Roman"/>
                <a:cs typeface="Times New Roman"/>
              </a:rPr>
              <a:t>LATIHAN</a:t>
            </a:r>
            <a:endParaRPr sz="14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710"/>
              </a:spcBef>
              <a:buClr>
                <a:srgbClr val="363636"/>
              </a:buClr>
              <a:buAutoNum type="arabicPeriod"/>
              <a:tabLst>
                <a:tab pos="469900" algn="l"/>
              </a:tabLst>
            </a:pPr>
            <a:r>
              <a:rPr sz="1200" spc="-10" dirty="0">
                <a:latin typeface="Times New Roman"/>
                <a:cs typeface="Times New Roman"/>
              </a:rPr>
              <a:t>Buatlah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63636"/>
                </a:solidFill>
                <a:latin typeface="Times New Roman"/>
                <a:cs typeface="Times New Roman"/>
              </a:rPr>
              <a:t>Program</a:t>
            </a:r>
            <a:r>
              <a:rPr sz="1200" spc="-20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63636"/>
                </a:solidFill>
                <a:latin typeface="Times New Roman"/>
                <a:cs typeface="Times New Roman"/>
              </a:rPr>
              <a:t>Sederhana</a:t>
            </a:r>
            <a:r>
              <a:rPr sz="1200" spc="-20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363636"/>
                </a:solidFill>
                <a:latin typeface="Times New Roman"/>
                <a:cs typeface="Times New Roman"/>
              </a:rPr>
              <a:t>menggunakan</a:t>
            </a:r>
            <a:r>
              <a:rPr sz="1200" spc="-20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63636"/>
                </a:solidFill>
                <a:latin typeface="Times New Roman"/>
                <a:cs typeface="Times New Roman"/>
              </a:rPr>
              <a:t>perintah</a:t>
            </a:r>
            <a:r>
              <a:rPr sz="1200" spc="-20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363636"/>
                </a:solidFill>
                <a:latin typeface="Times New Roman"/>
                <a:cs typeface="Times New Roman"/>
              </a:rPr>
              <a:t>JavaScript</a:t>
            </a:r>
            <a:endParaRPr sz="1200">
              <a:latin typeface="Times New Roman"/>
              <a:cs typeface="Times New Roman"/>
            </a:endParaRPr>
          </a:p>
          <a:p>
            <a:pPr marL="469900" marR="5080" indent="-228600">
              <a:lnSpc>
                <a:spcPct val="143100"/>
              </a:lnSpc>
              <a:spcBef>
                <a:spcPts val="25"/>
              </a:spcBef>
              <a:buAutoNum type="arabicPeriod"/>
              <a:tabLst>
                <a:tab pos="469900" algn="l"/>
              </a:tabLst>
            </a:pPr>
            <a:r>
              <a:rPr sz="1200" dirty="0">
                <a:solidFill>
                  <a:srgbClr val="363636"/>
                </a:solidFill>
                <a:latin typeface="Times New Roman"/>
                <a:cs typeface="Times New Roman"/>
              </a:rPr>
              <a:t>Proram</a:t>
            </a:r>
            <a:r>
              <a:rPr sz="1200" spc="-45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63636"/>
                </a:solidFill>
                <a:latin typeface="Times New Roman"/>
                <a:cs typeface="Times New Roman"/>
              </a:rPr>
              <a:t>yang</a:t>
            </a:r>
            <a:r>
              <a:rPr sz="1200" spc="-45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63636"/>
                </a:solidFill>
                <a:latin typeface="Times New Roman"/>
                <a:cs typeface="Times New Roman"/>
              </a:rPr>
              <a:t>akan</a:t>
            </a:r>
            <a:r>
              <a:rPr sz="1200" spc="-45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63636"/>
                </a:solidFill>
                <a:latin typeface="Times New Roman"/>
                <a:cs typeface="Times New Roman"/>
              </a:rPr>
              <a:t>dibuat</a:t>
            </a:r>
            <a:r>
              <a:rPr sz="1200" spc="-40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63636"/>
                </a:solidFill>
                <a:latin typeface="Times New Roman"/>
                <a:cs typeface="Times New Roman"/>
              </a:rPr>
              <a:t>berupa</a:t>
            </a:r>
            <a:r>
              <a:rPr sz="1200" spc="-55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363636"/>
                </a:solidFill>
                <a:latin typeface="Times New Roman"/>
                <a:cs typeface="Times New Roman"/>
              </a:rPr>
              <a:t>tampilan</a:t>
            </a:r>
            <a:r>
              <a:rPr sz="1200" spc="-40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63636"/>
                </a:solidFill>
                <a:latin typeface="Times New Roman"/>
                <a:cs typeface="Times New Roman"/>
              </a:rPr>
              <a:t>pesan</a:t>
            </a:r>
            <a:r>
              <a:rPr sz="1200" spc="-45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63636"/>
                </a:solidFill>
                <a:latin typeface="Times New Roman"/>
                <a:cs typeface="Times New Roman"/>
              </a:rPr>
              <a:t>seperti</a:t>
            </a:r>
            <a:r>
              <a:rPr sz="1200" spc="-50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63636"/>
                </a:solidFill>
                <a:latin typeface="Times New Roman"/>
                <a:cs typeface="Times New Roman"/>
              </a:rPr>
              <a:t>dibawah</a:t>
            </a:r>
            <a:r>
              <a:rPr sz="1200" spc="-45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363636"/>
                </a:solidFill>
                <a:latin typeface="Times New Roman"/>
                <a:cs typeface="Times New Roman"/>
              </a:rPr>
              <a:t>ini </a:t>
            </a:r>
            <a:r>
              <a:rPr sz="1200" spc="-10" dirty="0">
                <a:solidFill>
                  <a:srgbClr val="363636"/>
                </a:solidFill>
                <a:latin typeface="Times New Roman"/>
                <a:cs typeface="Times New Roman"/>
              </a:rPr>
              <a:t>menggunakan </a:t>
            </a:r>
            <a:r>
              <a:rPr sz="1200" dirty="0">
                <a:solidFill>
                  <a:srgbClr val="363636"/>
                </a:solidFill>
                <a:latin typeface="Times New Roman"/>
                <a:cs typeface="Times New Roman"/>
              </a:rPr>
              <a:t>perintah</a:t>
            </a:r>
            <a:r>
              <a:rPr sz="1200" spc="-5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363636"/>
                </a:solidFill>
                <a:latin typeface="Times New Roman"/>
                <a:cs typeface="Times New Roman"/>
              </a:rPr>
              <a:t>javascript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200" y="3237102"/>
            <a:ext cx="3971290" cy="1370330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725170">
              <a:lnSpc>
                <a:spcPct val="100000"/>
              </a:lnSpc>
              <a:spcBef>
                <a:spcPts val="760"/>
              </a:spcBef>
            </a:pPr>
            <a:r>
              <a:rPr sz="1200" dirty="0">
                <a:solidFill>
                  <a:srgbClr val="363636"/>
                </a:solidFill>
                <a:latin typeface="Times New Roman"/>
                <a:cs typeface="Times New Roman"/>
              </a:rPr>
              <a:t>Gambar</a:t>
            </a:r>
            <a:r>
              <a:rPr sz="1200" spc="-55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63636"/>
                </a:solidFill>
                <a:latin typeface="Times New Roman"/>
                <a:cs typeface="Times New Roman"/>
              </a:rPr>
              <a:t>8.1</a:t>
            </a:r>
            <a:r>
              <a:rPr sz="1200" spc="-50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63636"/>
                </a:solidFill>
                <a:latin typeface="Times New Roman"/>
                <a:cs typeface="Times New Roman"/>
              </a:rPr>
              <a:t>Rancangan</a:t>
            </a:r>
            <a:r>
              <a:rPr sz="1200" spc="-35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63636"/>
                </a:solidFill>
                <a:latin typeface="Times New Roman"/>
                <a:cs typeface="Times New Roman"/>
              </a:rPr>
              <a:t>Tampilan</a:t>
            </a:r>
            <a:r>
              <a:rPr sz="1200" spc="-35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63636"/>
                </a:solidFill>
                <a:latin typeface="Times New Roman"/>
                <a:cs typeface="Times New Roman"/>
              </a:rPr>
              <a:t>Latihan</a:t>
            </a:r>
            <a:r>
              <a:rPr sz="1200" spc="-40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63636"/>
                </a:solidFill>
                <a:latin typeface="Times New Roman"/>
                <a:cs typeface="Times New Roman"/>
              </a:rPr>
              <a:t>di</a:t>
            </a:r>
            <a:r>
              <a:rPr sz="1200" spc="-50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363636"/>
                </a:solidFill>
                <a:latin typeface="Times New Roman"/>
                <a:cs typeface="Times New Roman"/>
              </a:rPr>
              <a:t>browser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1200" b="1" spc="-10" dirty="0">
                <a:latin typeface="Times New Roman"/>
                <a:cs typeface="Times New Roman"/>
              </a:rPr>
              <a:t>JAWABAN:</a:t>
            </a:r>
            <a:endParaRPr sz="1200">
              <a:latin typeface="Times New Roman"/>
              <a:cs typeface="Times New Roman"/>
            </a:endParaRPr>
          </a:p>
          <a:p>
            <a:pPr marL="174625" indent="-161925">
              <a:lnSpc>
                <a:spcPct val="100000"/>
              </a:lnSpc>
              <a:spcBef>
                <a:spcPts val="690"/>
              </a:spcBef>
              <a:buClr>
                <a:srgbClr val="484848"/>
              </a:buClr>
              <a:buSzPct val="104166"/>
              <a:buFont typeface="Tahoma"/>
              <a:buAutoNum type="arabicPeriod"/>
              <a:tabLst>
                <a:tab pos="174625" algn="l"/>
              </a:tabLst>
            </a:pPr>
            <a:r>
              <a:rPr sz="1200" dirty="0">
                <a:latin typeface="Times New Roman"/>
                <a:cs typeface="Times New Roman"/>
              </a:rPr>
              <a:t>Buka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aplikasi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notepad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atau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lainnya.</a:t>
            </a:r>
            <a:endParaRPr sz="1200">
              <a:latin typeface="Times New Roman"/>
              <a:cs typeface="Times New Roman"/>
            </a:endParaRPr>
          </a:p>
          <a:p>
            <a:pPr marL="164465" indent="-151765">
              <a:lnSpc>
                <a:spcPct val="100000"/>
              </a:lnSpc>
              <a:spcBef>
                <a:spcPts val="680"/>
              </a:spcBef>
              <a:buAutoNum type="arabicPeriod"/>
              <a:tabLst>
                <a:tab pos="164465" algn="l"/>
              </a:tabLst>
            </a:pPr>
            <a:r>
              <a:rPr sz="1200" dirty="0">
                <a:latin typeface="Times New Roman"/>
                <a:cs typeface="Times New Roman"/>
              </a:rPr>
              <a:t>Buat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dokumen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baru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pada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aplikasi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tersebut.</a:t>
            </a:r>
            <a:endParaRPr sz="1200">
              <a:latin typeface="Times New Roman"/>
              <a:cs typeface="Times New Roman"/>
            </a:endParaRPr>
          </a:p>
          <a:p>
            <a:pPr marL="164465" indent="-151765">
              <a:lnSpc>
                <a:spcPct val="100000"/>
              </a:lnSpc>
              <a:spcBef>
                <a:spcPts val="630"/>
              </a:spcBef>
              <a:buAutoNum type="arabicPeriod"/>
              <a:tabLst>
                <a:tab pos="164465" algn="l"/>
              </a:tabLst>
            </a:pPr>
            <a:r>
              <a:rPr sz="1200" spc="-10" dirty="0">
                <a:latin typeface="Times New Roman"/>
                <a:cs typeface="Times New Roman"/>
              </a:rPr>
              <a:t>Tuliskan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coding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JavaScript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dibawah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ini.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9930" y="6578092"/>
            <a:ext cx="4525010" cy="107632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65735" indent="-151765">
              <a:lnSpc>
                <a:spcPct val="100000"/>
              </a:lnSpc>
              <a:spcBef>
                <a:spcPts val="720"/>
              </a:spcBef>
              <a:buAutoNum type="arabicPeriod" startAt="4"/>
              <a:tabLst>
                <a:tab pos="165735" algn="l"/>
              </a:tabLst>
            </a:pPr>
            <a:r>
              <a:rPr sz="1200" dirty="0">
                <a:latin typeface="Times New Roman"/>
                <a:cs typeface="Times New Roman"/>
              </a:rPr>
              <a:t>Simpan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tersebut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nama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program.js</a:t>
            </a:r>
            <a:endParaRPr sz="1200">
              <a:latin typeface="Times New Roman"/>
              <a:cs typeface="Times New Roman"/>
            </a:endParaRPr>
          </a:p>
          <a:p>
            <a:pPr marL="165735" indent="-151765">
              <a:lnSpc>
                <a:spcPct val="100000"/>
              </a:lnSpc>
              <a:spcBef>
                <a:spcPts val="620"/>
              </a:spcBef>
              <a:buAutoNum type="arabicPeriod" startAt="4"/>
              <a:tabLst>
                <a:tab pos="165735" algn="l"/>
              </a:tabLst>
            </a:pPr>
            <a:r>
              <a:rPr sz="1200" dirty="0">
                <a:latin typeface="Times New Roman"/>
                <a:cs typeface="Times New Roman"/>
              </a:rPr>
              <a:t>Buat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dokumen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baru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lagi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pada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aplikasi</a:t>
            </a:r>
            <a:r>
              <a:rPr sz="1200" spc="-20" dirty="0">
                <a:latin typeface="Times New Roman"/>
                <a:cs typeface="Times New Roman"/>
              </a:rPr>
              <a:t> anda.</a:t>
            </a:r>
            <a:endParaRPr sz="1200">
              <a:latin typeface="Times New Roman"/>
              <a:cs typeface="Times New Roman"/>
            </a:endParaRPr>
          </a:p>
          <a:p>
            <a:pPr marL="163830" marR="5080" indent="-151765">
              <a:lnSpc>
                <a:spcPct val="143700"/>
              </a:lnSpc>
              <a:spcBef>
                <a:spcPts val="10"/>
              </a:spcBef>
              <a:buAutoNum type="arabicPeriod" startAt="4"/>
              <a:tabLst>
                <a:tab pos="186690" algn="l"/>
              </a:tabLst>
            </a:pPr>
            <a:r>
              <a:rPr sz="1200" spc="-10" dirty="0">
                <a:latin typeface="Times New Roman"/>
                <a:cs typeface="Times New Roman"/>
              </a:rPr>
              <a:t>Tuliskan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coding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html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berikut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ini,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digunakan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memanggil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file 	</a:t>
            </a:r>
            <a:r>
              <a:rPr sz="1200" dirty="0">
                <a:latin typeface="Times New Roman"/>
                <a:cs typeface="Times New Roman"/>
              </a:rPr>
              <a:t>javascripts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diatas.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11225" y="1694688"/>
            <a:ext cx="4300220" cy="1584325"/>
            <a:chOff x="911225" y="1694688"/>
            <a:chExt cx="4300220" cy="158432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0318" y="1703324"/>
              <a:ext cx="4280535" cy="129806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911225" y="1694687"/>
              <a:ext cx="4300220" cy="1584325"/>
            </a:xfrm>
            <a:custGeom>
              <a:avLst/>
              <a:gdLst/>
              <a:ahLst/>
              <a:cxnLst/>
              <a:rect l="l" t="t" r="r" b="b"/>
              <a:pathLst>
                <a:path w="4300220" h="1584325">
                  <a:moveTo>
                    <a:pt x="9118" y="0"/>
                  </a:moveTo>
                  <a:lnTo>
                    <a:pt x="0" y="0"/>
                  </a:lnTo>
                  <a:lnTo>
                    <a:pt x="0" y="9144"/>
                  </a:lnTo>
                  <a:lnTo>
                    <a:pt x="9118" y="9144"/>
                  </a:lnTo>
                  <a:lnTo>
                    <a:pt x="9118" y="0"/>
                  </a:lnTo>
                  <a:close/>
                </a:path>
                <a:path w="4300220" h="1584325">
                  <a:moveTo>
                    <a:pt x="9131" y="9271"/>
                  </a:moveTo>
                  <a:lnTo>
                    <a:pt x="0" y="9271"/>
                  </a:lnTo>
                  <a:lnTo>
                    <a:pt x="0" y="1583817"/>
                  </a:lnTo>
                  <a:lnTo>
                    <a:pt x="9131" y="1583817"/>
                  </a:lnTo>
                  <a:lnTo>
                    <a:pt x="9131" y="9271"/>
                  </a:lnTo>
                  <a:close/>
                </a:path>
                <a:path w="4300220" h="1584325">
                  <a:moveTo>
                    <a:pt x="4290949" y="1574673"/>
                  </a:moveTo>
                  <a:lnTo>
                    <a:pt x="9144" y="1574673"/>
                  </a:lnTo>
                  <a:lnTo>
                    <a:pt x="9144" y="1583817"/>
                  </a:lnTo>
                  <a:lnTo>
                    <a:pt x="4290949" y="1583817"/>
                  </a:lnTo>
                  <a:lnTo>
                    <a:pt x="4290949" y="1574673"/>
                  </a:lnTo>
                  <a:close/>
                </a:path>
                <a:path w="4300220" h="1584325">
                  <a:moveTo>
                    <a:pt x="4290949" y="0"/>
                  </a:moveTo>
                  <a:lnTo>
                    <a:pt x="9144" y="0"/>
                  </a:lnTo>
                  <a:lnTo>
                    <a:pt x="9144" y="9144"/>
                  </a:lnTo>
                  <a:lnTo>
                    <a:pt x="4290949" y="9144"/>
                  </a:lnTo>
                  <a:lnTo>
                    <a:pt x="4290949" y="0"/>
                  </a:lnTo>
                  <a:close/>
                </a:path>
                <a:path w="4300220" h="1584325">
                  <a:moveTo>
                    <a:pt x="4300220" y="9271"/>
                  </a:moveTo>
                  <a:lnTo>
                    <a:pt x="4291076" y="9271"/>
                  </a:lnTo>
                  <a:lnTo>
                    <a:pt x="4291076" y="1583817"/>
                  </a:lnTo>
                  <a:lnTo>
                    <a:pt x="4300220" y="1583817"/>
                  </a:lnTo>
                  <a:lnTo>
                    <a:pt x="4300220" y="9271"/>
                  </a:lnTo>
                  <a:close/>
                </a:path>
                <a:path w="4300220" h="1584325">
                  <a:moveTo>
                    <a:pt x="4300220" y="0"/>
                  </a:moveTo>
                  <a:lnTo>
                    <a:pt x="4291076" y="0"/>
                  </a:lnTo>
                  <a:lnTo>
                    <a:pt x="4291076" y="9144"/>
                  </a:lnTo>
                  <a:lnTo>
                    <a:pt x="4300220" y="9144"/>
                  </a:lnTo>
                  <a:lnTo>
                    <a:pt x="43002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9930" y="1961007"/>
            <a:ext cx="4660265" cy="1082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3830" marR="5080" indent="-151765">
              <a:lnSpc>
                <a:spcPct val="145200"/>
              </a:lnSpc>
              <a:spcBef>
                <a:spcPts val="100"/>
              </a:spcBef>
              <a:buAutoNum type="arabicPeriod" startAt="7"/>
              <a:tabLst>
                <a:tab pos="193040" algn="l"/>
              </a:tabLst>
            </a:pPr>
            <a:r>
              <a:rPr sz="1200" dirty="0">
                <a:latin typeface="Times New Roman"/>
                <a:cs typeface="Times New Roman"/>
              </a:rPr>
              <a:t>Simpan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html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tersebut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nama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index.html</a:t>
            </a:r>
            <a:r>
              <a:rPr sz="1200" i="1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harus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dingat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kedua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file 	</a:t>
            </a:r>
            <a:r>
              <a:rPr sz="1200" dirty="0">
                <a:latin typeface="Times New Roman"/>
                <a:cs typeface="Times New Roman"/>
              </a:rPr>
              <a:t>harus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tersimpan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satu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folder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sama.</a:t>
            </a:r>
            <a:endParaRPr sz="1200">
              <a:latin typeface="Times New Roman"/>
              <a:cs typeface="Times New Roman"/>
            </a:endParaRPr>
          </a:p>
          <a:p>
            <a:pPr marL="203200" marR="84455" indent="-151765">
              <a:lnSpc>
                <a:spcPts val="2070"/>
              </a:lnSpc>
              <a:spcBef>
                <a:spcPts val="100"/>
              </a:spcBef>
              <a:buAutoNum type="arabicPeriod" startAt="7"/>
              <a:tabLst>
                <a:tab pos="242570" algn="l"/>
              </a:tabLst>
            </a:pPr>
            <a:r>
              <a:rPr sz="1200" spc="-10" dirty="0">
                <a:latin typeface="Times New Roman"/>
                <a:cs typeface="Times New Roman"/>
              </a:rPr>
              <a:t>Jalankan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diatas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memanggil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nama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folder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tempat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folder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diatas 	disimpan.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83310" y="406400"/>
            <a:ext cx="3912870" cy="1385570"/>
          </a:xfrm>
          <a:prstGeom prst="rect">
            <a:avLst/>
          </a:prstGeom>
          <a:solidFill>
            <a:srgbClr val="F0F0F0"/>
          </a:solidFill>
        </p:spPr>
        <p:txBody>
          <a:bodyPr vert="horz" wrap="square" lIns="0" tIns="0" rIns="0" bIns="0" rtlCol="0">
            <a:spAutoFit/>
          </a:bodyPr>
          <a:lstStyle/>
          <a:p>
            <a:pPr marL="17780">
              <a:lnSpc>
                <a:spcPts val="1340"/>
              </a:lnSpc>
            </a:pPr>
            <a:r>
              <a:rPr sz="1200" dirty="0">
                <a:solidFill>
                  <a:srgbClr val="484848"/>
                </a:solidFill>
                <a:latin typeface="Times New Roman"/>
                <a:cs typeface="Times New Roman"/>
              </a:rPr>
              <a:t>&lt;!DOCTYPE</a:t>
            </a:r>
            <a:r>
              <a:rPr sz="1200" spc="-30" dirty="0">
                <a:solidFill>
                  <a:srgbClr val="484848"/>
                </a:solidFill>
                <a:latin typeface="Times New Roman"/>
                <a:cs typeface="Times New Roman"/>
              </a:rPr>
              <a:t> </a:t>
            </a:r>
            <a:r>
              <a:rPr sz="1200" spc="-20" dirty="0">
                <a:solidFill>
                  <a:srgbClr val="484848"/>
                </a:solidFill>
                <a:latin typeface="Times New Roman"/>
                <a:cs typeface="Times New Roman"/>
              </a:rPr>
              <a:t>html&gt;</a:t>
            </a:r>
            <a:endParaRPr sz="1200">
              <a:latin typeface="Times New Roman"/>
              <a:cs typeface="Times New Roman"/>
            </a:endParaRPr>
          </a:p>
          <a:p>
            <a:pPr marL="17780">
              <a:lnSpc>
                <a:spcPct val="100000"/>
              </a:lnSpc>
              <a:spcBef>
                <a:spcPts val="610"/>
              </a:spcBef>
            </a:pPr>
            <a:r>
              <a:rPr sz="1200" spc="-10" dirty="0">
                <a:solidFill>
                  <a:srgbClr val="484848"/>
                </a:solidFill>
                <a:latin typeface="Times New Roman"/>
                <a:cs typeface="Times New Roman"/>
              </a:rPr>
              <a:t>&lt;html&gt;</a:t>
            </a:r>
            <a:endParaRPr sz="1200">
              <a:latin typeface="Times New Roman"/>
              <a:cs typeface="Times New Roman"/>
            </a:endParaRPr>
          </a:p>
          <a:p>
            <a:pPr marL="93980">
              <a:lnSpc>
                <a:spcPct val="100000"/>
              </a:lnSpc>
              <a:spcBef>
                <a:spcPts val="630"/>
              </a:spcBef>
            </a:pPr>
            <a:r>
              <a:rPr sz="1200" spc="-10" dirty="0">
                <a:solidFill>
                  <a:srgbClr val="484848"/>
                </a:solidFill>
                <a:latin typeface="Times New Roman"/>
                <a:cs typeface="Times New Roman"/>
              </a:rPr>
              <a:t>&lt;head&gt;</a:t>
            </a:r>
            <a:endParaRPr sz="1200">
              <a:latin typeface="Times New Roman"/>
              <a:cs typeface="Times New Roman"/>
            </a:endParaRPr>
          </a:p>
          <a:p>
            <a:pPr marL="170180">
              <a:lnSpc>
                <a:spcPct val="100000"/>
              </a:lnSpc>
              <a:spcBef>
                <a:spcPts val="620"/>
              </a:spcBef>
            </a:pPr>
            <a:r>
              <a:rPr sz="1200" dirty="0">
                <a:solidFill>
                  <a:srgbClr val="484848"/>
                </a:solidFill>
                <a:latin typeface="Times New Roman"/>
                <a:cs typeface="Times New Roman"/>
              </a:rPr>
              <a:t>&lt;script </a:t>
            </a:r>
            <a:r>
              <a:rPr sz="1200" spc="-10" dirty="0">
                <a:solidFill>
                  <a:srgbClr val="484848"/>
                </a:solidFill>
                <a:latin typeface="Times New Roman"/>
                <a:cs typeface="Times New Roman"/>
              </a:rPr>
              <a:t>type="text/javascript"</a:t>
            </a:r>
            <a:r>
              <a:rPr sz="1200" spc="10" dirty="0">
                <a:solidFill>
                  <a:srgbClr val="484848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484848"/>
                </a:solidFill>
                <a:latin typeface="Times New Roman"/>
                <a:cs typeface="Times New Roman"/>
              </a:rPr>
              <a:t>src="program.js"&gt;&lt;/script&gt;</a:t>
            </a:r>
            <a:endParaRPr sz="1200">
              <a:latin typeface="Times New Roman"/>
              <a:cs typeface="Times New Roman"/>
            </a:endParaRPr>
          </a:p>
          <a:p>
            <a:pPr marL="93980">
              <a:lnSpc>
                <a:spcPct val="100000"/>
              </a:lnSpc>
              <a:spcBef>
                <a:spcPts val="670"/>
              </a:spcBef>
            </a:pPr>
            <a:r>
              <a:rPr sz="1200" spc="-10" dirty="0">
                <a:solidFill>
                  <a:srgbClr val="484848"/>
                </a:solidFill>
                <a:latin typeface="Times New Roman"/>
                <a:cs typeface="Times New Roman"/>
              </a:rPr>
              <a:t>&lt;/head&gt;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572</Words>
  <Application>Microsoft Office PowerPoint</Application>
  <PresentationFormat>Custom</PresentationFormat>
  <Paragraphs>117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Pramadjaya</dc:creator>
  <cp:lastModifiedBy>Pramadjaya</cp:lastModifiedBy>
  <cp:revision>1</cp:revision>
  <dcterms:created xsi:type="dcterms:W3CDTF">2025-02-18T13:54:36Z</dcterms:created>
  <dcterms:modified xsi:type="dcterms:W3CDTF">2025-02-24T07:10:56Z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2025-02-18T00:00:00Z</vt:filetime>
  </property>
  <property fmtid="{D5CDD505-2E9C-101B-9397-08002B2CF9AE}" pid="3" name="LastSaved">
    <vt:filetime>2025-02-18T00:00:00Z</vt:filetime>
  </property>
  <property fmtid="{D5CDD505-2E9C-101B-9397-08002B2CF9AE}" pid="4" name="Producer">
    <vt:lpwstr>iLovePDF</vt:lpwstr>
  </property>
</Properties>
</file>