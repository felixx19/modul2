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56500" cy="10706100"/>
  <p:notesSz cx="7556500" cy="10706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92" y="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3460" y="2002790"/>
            <a:ext cx="4343400" cy="0"/>
          </a:xfrm>
          <a:custGeom>
            <a:avLst/>
            <a:gdLst/>
            <a:ahLst/>
            <a:cxnLst/>
            <a:rect l="l" t="t" r="r" b="b"/>
            <a:pathLst>
              <a:path w="4343400">
                <a:moveTo>
                  <a:pt x="0" y="0"/>
                </a:moveTo>
                <a:lnTo>
                  <a:pt x="43433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8714" y="1304290"/>
            <a:ext cx="377062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6529" y="4002659"/>
            <a:ext cx="4672330" cy="5509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if.unikom.ac.id/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1082" y="1347470"/>
            <a:ext cx="919480" cy="78803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5719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359"/>
              </a:spcBef>
            </a:pPr>
            <a:r>
              <a:rPr sz="4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Kejadian</a:t>
            </a:r>
            <a:r>
              <a:rPr spc="-85" dirty="0"/>
              <a:t> </a:t>
            </a:r>
            <a:r>
              <a:rPr dirty="0"/>
              <a:t>(Event)</a:t>
            </a:r>
            <a:r>
              <a:rPr spc="-7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9080" y="2395473"/>
            <a:ext cx="5304790" cy="1431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39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8.1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Kejadian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(Event)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959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sesuatu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terjadi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beberapa </a:t>
            </a:r>
            <a:r>
              <a:rPr sz="1200" dirty="0">
                <a:latin typeface="Times New Roman"/>
                <a:cs typeface="Times New Roman"/>
              </a:rPr>
              <a:t>bentuk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kejadian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jika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memuat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dokumen,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memasukkan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data, </a:t>
            </a:r>
            <a:r>
              <a:rPr sz="1200" dirty="0">
                <a:latin typeface="Times New Roman"/>
                <a:cs typeface="Times New Roman"/>
              </a:rPr>
              <a:t>pengguna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mengklik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tombol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sebagainya.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Hal-</a:t>
            </a:r>
            <a:r>
              <a:rPr sz="1200" dirty="0">
                <a:latin typeface="Times New Roman"/>
                <a:cs typeface="Times New Roman"/>
              </a:rPr>
              <a:t>hal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tersebut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oleh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Semua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kejadian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tangani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menentukan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kejadiannya. </a:t>
            </a:r>
            <a:r>
              <a:rPr sz="1200" dirty="0">
                <a:latin typeface="Times New Roman"/>
                <a:cs typeface="Times New Roman"/>
              </a:rPr>
              <a:t>Biasanya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kejadian(even)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fungsi,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tetapi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kasus,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dapat </a:t>
            </a:r>
            <a:r>
              <a:rPr sz="1200" dirty="0">
                <a:latin typeface="Times New Roman"/>
                <a:cs typeface="Times New Roman"/>
              </a:rPr>
              <a:t>menuliskan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pernyataan-</a:t>
            </a:r>
            <a:r>
              <a:rPr sz="1200" dirty="0">
                <a:latin typeface="Times New Roman"/>
                <a:cs typeface="Times New Roman"/>
              </a:rPr>
              <a:t>pernyataannya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secara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langsung.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daftar</a:t>
            </a:r>
            <a:r>
              <a:rPr sz="1200" spc="-10" dirty="0">
                <a:latin typeface="Times New Roman"/>
                <a:cs typeface="Times New Roman"/>
              </a:rPr>
              <a:t> kejadian(even)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84629" y="4002659"/>
          <a:ext cx="4589779" cy="550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4445"/>
                <a:gridCol w="3315334"/>
              </a:tblGrid>
              <a:tr h="180975">
                <a:tc>
                  <a:txBody>
                    <a:bodyPr/>
                    <a:lstStyle/>
                    <a:p>
                      <a:pPr marL="73025">
                        <a:lnSpc>
                          <a:spcPts val="128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Kejadian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28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Keterangan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onClick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60325">
                        <a:lnSpc>
                          <a:spcPts val="1310"/>
                        </a:lnSpc>
                        <a:spcBef>
                          <a:spcPts val="30"/>
                        </a:spcBef>
                        <a:tabLst>
                          <a:tab pos="801370" algn="l"/>
                          <a:tab pos="1276985" algn="l"/>
                          <a:tab pos="2251075" algn="l"/>
                          <a:tab pos="265811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Kejadian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yang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pengguna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mengklik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sebuah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130">
                <a:tc>
                  <a:txBody>
                    <a:bodyPr/>
                    <a:lstStyle/>
                    <a:p>
                      <a:pPr marL="73025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onChange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informasi</a:t>
                      </a:r>
                      <a:r>
                        <a:rPr sz="12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masukan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pada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sebuah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4295" marR="295275">
                        <a:lnSpc>
                          <a:spcPts val="134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(text,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textarea,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select)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diubah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oleh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pengguna.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onBlur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6413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ketika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suatu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kehilangan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focus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masukan,</a:t>
                      </a:r>
                      <a:r>
                        <a:rPr sz="12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yaitu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ketika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pengguna</a:t>
                      </a:r>
                      <a:r>
                        <a:rPr sz="12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menekan</a:t>
                      </a:r>
                      <a:r>
                        <a:rPr sz="12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tombol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ts val="13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&lt;tab&gt;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mengklik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lain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lainnya.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548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onFocus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31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sebuah</a:t>
                      </a:r>
                      <a:r>
                        <a:rPr sz="12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menerima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4295" marR="62865">
                        <a:lnSpc>
                          <a:spcPct val="933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masukan; yaitu</a:t>
                      </a:r>
                      <a:r>
                        <a:rPr sz="12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pengguna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mengklik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tersebut</a:t>
                      </a:r>
                      <a:r>
                        <a:rPr sz="12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menekan</a:t>
                      </a:r>
                      <a:r>
                        <a:rPr sz="12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tombol</a:t>
                      </a:r>
                      <a:r>
                        <a:rPr sz="12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&lt;tab&gt;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sehingga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masukan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berpindah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ini.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130">
                <a:tc>
                  <a:txBody>
                    <a:bodyPr/>
                    <a:lstStyle/>
                    <a:p>
                      <a:pPr marL="73025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onAbort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56515">
                        <a:lnSpc>
                          <a:spcPct val="93000"/>
                        </a:lnSpc>
                        <a:spcBef>
                          <a:spcPts val="5"/>
                        </a:spcBef>
                        <a:tabLst>
                          <a:tab pos="1124585" algn="l"/>
                          <a:tab pos="1574165" algn="l"/>
                          <a:tab pos="238823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pengguna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menghentikan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pemuatan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citra</a:t>
                      </a:r>
                      <a:r>
                        <a:rPr sz="12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(tag&lt;img&gt;)</a:t>
                      </a:r>
                      <a:r>
                        <a:rPr sz="12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yaitu</a:t>
                      </a:r>
                      <a:r>
                        <a:rPr sz="12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pengguna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menekan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tombol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mengklik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496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onError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252095" indent="-3175">
                        <a:lnSpc>
                          <a:spcPts val="131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terjadi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kesalahan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browser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memuat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dokumen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citra.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73025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onLoad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56515">
                        <a:lnSpc>
                          <a:spcPts val="1300"/>
                        </a:lnSpc>
                        <a:spcBef>
                          <a:spcPts val="40"/>
                        </a:spcBef>
                        <a:tabLst>
                          <a:tab pos="1086485" algn="l"/>
                          <a:tab pos="1497965" algn="l"/>
                          <a:tab pos="2171700" algn="l"/>
                          <a:tab pos="276161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browser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selesai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memuat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document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3025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onUnload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pengguna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keluar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dokumen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onMouseOver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295275">
                        <a:lnSpc>
                          <a:spcPts val="131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kursor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mouse</a:t>
                      </a:r>
                      <a:r>
                        <a:rPr sz="12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berada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atas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sebuah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onMouseOut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69850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kursor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mouse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keluar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daerah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peta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citra.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3025">
                        <a:lnSpc>
                          <a:spcPts val="12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onReset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pengguna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menekan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tombol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2130">
                <a:tc>
                  <a:txBody>
                    <a:bodyPr/>
                    <a:lstStyle/>
                    <a:p>
                      <a:pPr marL="7302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onSelect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indent="-3175">
                        <a:lnSpc>
                          <a:spcPts val="13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Kejadian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yang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bila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pengguna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memilih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4295" marR="85090">
                        <a:lnSpc>
                          <a:spcPts val="1340"/>
                        </a:lnSpc>
                        <a:spcBef>
                          <a:spcPts val="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sebagian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seluruh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teks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pada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yang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berupa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teks.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onSubmit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213360" indent="-3175">
                        <a:lnSpc>
                          <a:spcPts val="132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Dibangkitkan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ketika</a:t>
                      </a:r>
                      <a:r>
                        <a:rPr sz="12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pengguna</a:t>
                      </a:r>
                      <a:r>
                        <a:rPr sz="12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menekan</a:t>
                      </a:r>
                      <a:r>
                        <a:rPr sz="12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tombol submit.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1089406"/>
            <a:ext cx="5291455" cy="729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9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8.2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Penanganan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Kejadian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(Event)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45"/>
              </a:spcBef>
            </a:pP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diberikan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program-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menggunakan kejadian-</a:t>
            </a:r>
            <a:r>
              <a:rPr sz="1200" dirty="0">
                <a:latin typeface="Times New Roman"/>
                <a:cs typeface="Times New Roman"/>
              </a:rPr>
              <a:t>kejadian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 </a:t>
            </a:r>
            <a:r>
              <a:rPr sz="1200" spc="-10" dirty="0">
                <a:latin typeface="Times New Roman"/>
                <a:cs typeface="Times New Roman"/>
              </a:rPr>
              <a:t>aplikasinya.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OnClick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3200" y="1992122"/>
          <a:ext cx="5362575" cy="478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2575"/>
              </a:tblGrid>
              <a:tr h="164465">
                <a:tc>
                  <a:txBody>
                    <a:bodyPr/>
                    <a:lstStyle/>
                    <a:p>
                      <a:pPr marL="77470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4616450">
                <a:tc>
                  <a:txBody>
                    <a:bodyPr/>
                    <a:lstStyle/>
                    <a:p>
                      <a:pPr marL="77470">
                        <a:lnSpc>
                          <a:spcPts val="118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4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warna(pilihan)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09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2327910">
                        <a:lnSpc>
                          <a:spcPts val="114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alert("Anda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Memilih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Warna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pilihan); document.bgColor=pilihan;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&lt;h1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align="center"&gt;Latihan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Event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OnClick&lt;/h1&gt;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1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&lt;hr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width="500"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color="black"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noshade&gt;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&lt;h3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align="center"&gt;Pilih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warna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favorit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anda.&lt;/h3&gt;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&lt;CENTER&gt;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45"/>
                        </a:lnSpc>
                        <a:spcBef>
                          <a:spcPts val="7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&lt;FORM&gt;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TYPE="button"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VALUE="Biru"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onClick="warna('lightblue')"&gt;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2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TYPE="button"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VALUE="Pink"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onClick="warna('pink')"&gt;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TYPE="button"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VALUE="Coklat"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onClick="warna('burlywood')"&gt;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TYPE="button"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VALUE="Kelabu"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onClick="warna('darkgray')"&gt;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8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TYPE="button"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VALUE="Oranye"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onClick="warna('peachpuff')"&gt;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TYPE="button"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VALUE="Putih"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onClick="warna('white')"&gt;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1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&lt;/FORM&gt;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&lt;FORM&gt;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82270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&lt;IMG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NAME="coolfan"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SRC="fanoff.gif"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width=61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height=72&gt;&lt;BR&gt;&lt;BR&gt;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822960" indent="304165">
                        <a:lnSpc>
                          <a:spcPts val="113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TYPE=BUTTON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VALUE="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Off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onClick="coolfan.src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'fanoff.gif'"&gt;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82270">
                        <a:lnSpc>
                          <a:spcPts val="1070"/>
                        </a:lnSpc>
                        <a:tabLst>
                          <a:tab pos="2865120" algn="l"/>
                        </a:tabLst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&lt;INPUT</a:t>
                      </a:r>
                      <a:r>
                        <a:rPr sz="10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TYPE=BUTTON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VALUE="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On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onClick="coolfan.src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'fanon.gif'"&gt;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&lt;/FORM&gt;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45"/>
                        </a:lnSpc>
                        <a:spcBef>
                          <a:spcPts val="7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&lt;/CENTER&gt;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09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&lt;hr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width="500"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color="black"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noshade&gt;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1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0204" y="6946265"/>
            <a:ext cx="4183126" cy="2644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882142"/>
            <a:ext cx="3963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OnBlur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onFocus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24432" y="1086866"/>
          <a:ext cx="5031740" cy="8669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31740"/>
              </a:tblGrid>
              <a:tr h="164465">
                <a:tc>
                  <a:txBody>
                    <a:bodyPr/>
                    <a:lstStyle/>
                    <a:p>
                      <a:pPr marL="126364">
                        <a:lnSpc>
                          <a:spcPts val="119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8504555">
                <a:tc>
                  <a:txBody>
                    <a:bodyPr/>
                    <a:lstStyle/>
                    <a:p>
                      <a:pPr marL="126364">
                        <a:lnSpc>
                          <a:spcPts val="115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6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8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masukannim()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0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(document.f.inim.value=="")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54965">
                        <a:lnSpc>
                          <a:spcPts val="117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alert("anda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belum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memasukkan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nim");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masukannama()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8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0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(document.f.inama.value=="")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54965">
                        <a:lnSpc>
                          <a:spcPts val="111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alert("anda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belum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memasukkan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nama");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1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5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masukanalamat()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000" spc="-1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(document.f.ialamat.value=="")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54965">
                        <a:lnSpc>
                          <a:spcPts val="117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alert("anda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belum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memasukkan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alamat");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4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terimakasih()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135255">
                        <a:lnSpc>
                          <a:spcPts val="1130"/>
                        </a:lnSpc>
                        <a:spcBef>
                          <a:spcPts val="3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((document.f.inim.value!="")&amp;&amp;(document.f.inama.value!="")&amp;&amp; (document.f.ialamat.value!=""))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>
                        <a:lnSpc>
                          <a:spcPts val="114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09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alert("Terima</a:t>
                      </a:r>
                      <a:r>
                        <a:rPr sz="10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Kasih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Telah</a:t>
                      </a:r>
                      <a:r>
                        <a:rPr sz="10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mengisi</a:t>
                      </a:r>
                      <a:r>
                        <a:rPr sz="10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Data");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>
                        <a:lnSpc>
                          <a:spcPts val="114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>
                        <a:lnSpc>
                          <a:spcPts val="1150"/>
                        </a:lnSpc>
                        <a:spcBef>
                          <a:spcPts val="50"/>
                        </a:spcBef>
                      </a:pPr>
                      <a:r>
                        <a:rPr sz="1000" spc="-20" dirty="0">
                          <a:latin typeface="Courier New"/>
                          <a:cs typeface="Courier New"/>
                        </a:rPr>
                        <a:t>else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78765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alert("Mohon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Data</a:t>
                      </a:r>
                      <a:r>
                        <a:rPr sz="1000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Dilengkapi");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&lt;h1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align="center"&gt;Latihan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Event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OnFocus</a:t>
                      </a:r>
                      <a:r>
                        <a:rPr sz="10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dan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OnBlur&lt;/h1&gt;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8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&lt;hr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width="600"</a:t>
                      </a:r>
                      <a:r>
                        <a:rPr sz="10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color="black"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noshade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size="10"&gt;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&lt;font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face="arial"&gt;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1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&lt;h3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align="center"&gt;R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I&lt;/h3&gt;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&lt;hr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width="600"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color="black"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noshade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size="2"&gt;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&lt;CENTER&gt;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8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&lt;form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name="f"</a:t>
                      </a:r>
                      <a:r>
                        <a:rPr sz="10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method="get"&gt;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&lt;TABLE&gt;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54965">
                        <a:lnSpc>
                          <a:spcPts val="1110"/>
                        </a:lnSpc>
                      </a:pPr>
                      <a:r>
                        <a:rPr sz="1000" spc="-20" dirty="0">
                          <a:latin typeface="Courier New"/>
                          <a:cs typeface="Courier New"/>
                        </a:rPr>
                        <a:t>&lt;tr&gt;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583565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&lt;td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width="31%"&gt;NIM&lt;/td&gt;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583565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&lt;td</a:t>
                      </a:r>
                      <a:r>
                        <a:rPr sz="10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width="7%"&gt;:&lt;/td&gt;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583565" marR="287655">
                        <a:lnSpc>
                          <a:spcPct val="945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&lt;td</a:t>
                      </a:r>
                      <a:r>
                        <a:rPr sz="10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width="62%"&gt;&lt;input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type="text"</a:t>
                      </a:r>
                      <a:r>
                        <a:rPr sz="10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name="inim"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size="9" onFocus="window.status='Silahkan</a:t>
                      </a:r>
                      <a:r>
                        <a:rPr sz="10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Mengisi</a:t>
                      </a:r>
                      <a:r>
                        <a:rPr sz="1000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NIM</a:t>
                      </a:r>
                      <a:r>
                        <a:rPr sz="10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Anda';" onBlur="masukannim()"&gt;&lt;/td&gt;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431165">
                        <a:lnSpc>
                          <a:spcPts val="115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&lt;/tr&gt;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431165">
                        <a:lnSpc>
                          <a:spcPts val="1145"/>
                        </a:lnSpc>
                      </a:pPr>
                      <a:r>
                        <a:rPr sz="1000" spc="-20" dirty="0">
                          <a:latin typeface="Courier New"/>
                          <a:cs typeface="Courier New"/>
                        </a:rPr>
                        <a:t>&lt;tr&gt;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583565">
                        <a:lnSpc>
                          <a:spcPts val="114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&lt;td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width="31%"&gt;NAMA&lt;/td&gt;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583565">
                        <a:lnSpc>
                          <a:spcPts val="108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&lt;td</a:t>
                      </a:r>
                      <a:r>
                        <a:rPr sz="10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width="7%"&gt;:&lt;/td&gt;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583565" marR="132080">
                        <a:lnSpc>
                          <a:spcPct val="945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&lt;td</a:t>
                      </a:r>
                      <a:r>
                        <a:rPr sz="10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width="62%"&gt;&lt;input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type="text"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name="inama"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size="23" onFocus="window.status='Silahkan</a:t>
                      </a:r>
                      <a:r>
                        <a:rPr sz="10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Mengisi</a:t>
                      </a:r>
                      <a:r>
                        <a:rPr sz="10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Nama</a:t>
                      </a:r>
                      <a:r>
                        <a:rPr sz="10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Anda';" onBlur="masukannama()"&gt;&lt;/td&gt;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431165">
                        <a:lnSpc>
                          <a:spcPts val="1140"/>
                        </a:lnSpc>
                        <a:spcBef>
                          <a:spcPts val="3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&lt;/tr&gt;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431165">
                        <a:lnSpc>
                          <a:spcPts val="1050"/>
                        </a:lnSpc>
                      </a:pPr>
                      <a:r>
                        <a:rPr sz="1000" spc="-20" dirty="0">
                          <a:latin typeface="Courier New"/>
                          <a:cs typeface="Courier New"/>
                        </a:rPr>
                        <a:t>&lt;tr&gt;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583565">
                        <a:lnSpc>
                          <a:spcPts val="111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&lt;td</a:t>
                      </a:r>
                      <a:r>
                        <a:rPr sz="10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width="31%"&gt;ALAMAT&lt;/td&gt;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895858"/>
            <a:ext cx="4941570" cy="1902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>
              <a:lnSpc>
                <a:spcPts val="1135"/>
              </a:lnSpc>
              <a:spcBef>
                <a:spcPts val="95"/>
              </a:spcBef>
            </a:pPr>
            <a:r>
              <a:rPr sz="1000" dirty="0">
                <a:latin typeface="Courier New"/>
                <a:cs typeface="Courier New"/>
              </a:rPr>
              <a:t>&lt;td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width="7%"&gt;:&lt;/td&gt;</a:t>
            </a:r>
            <a:endParaRPr sz="1000">
              <a:latin typeface="Courier New"/>
              <a:cs typeface="Courier New"/>
            </a:endParaRPr>
          </a:p>
          <a:p>
            <a:pPr marL="469265" marR="5080">
              <a:lnSpc>
                <a:spcPct val="94500"/>
              </a:lnSpc>
            </a:pPr>
            <a:r>
              <a:rPr sz="1000" dirty="0">
                <a:latin typeface="Courier New"/>
                <a:cs typeface="Courier New"/>
              </a:rPr>
              <a:t>&lt;td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width="62%"&gt;&lt;input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type="text"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name="ialamat"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size="34" onFocus="window.status='Silahkan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Mengisi</a:t>
            </a:r>
            <a:r>
              <a:rPr sz="1000" spc="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Alamat</a:t>
            </a:r>
            <a:r>
              <a:rPr sz="1000" spc="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Anda';" onBlur="masukanalamat()"&gt;&lt;/td&gt;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ts val="1145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&lt;/tr&gt;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85"/>
              </a:lnSpc>
            </a:pPr>
            <a:r>
              <a:rPr sz="1000" spc="-10" dirty="0">
                <a:latin typeface="Courier New"/>
                <a:cs typeface="Courier New"/>
              </a:rPr>
              <a:t>&lt;/table&gt;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&lt;hr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width="600"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color="black"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noshade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size="2"&gt;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&lt;p&gt;&lt;input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type="BUTTON"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value="Kirim"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Onclick="terimakasih()"&gt;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1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type="reset"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value="Reset"&gt;&lt;/p&gt;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&lt;/center&gt;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9080" y="6735318"/>
            <a:ext cx="3975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onLoad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onUnload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4432" y="6941566"/>
          <a:ext cx="4955540" cy="2767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5540"/>
              </a:tblGrid>
              <a:tr h="165735">
                <a:tc>
                  <a:txBody>
                    <a:bodyPr/>
                    <a:lstStyle/>
                    <a:p>
                      <a:pPr marL="126364">
                        <a:lnSpc>
                          <a:spcPts val="12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2601595">
                <a:tc>
                  <a:txBody>
                    <a:bodyPr/>
                    <a:lstStyle/>
                    <a:p>
                      <a:pPr marL="126364">
                        <a:lnSpc>
                          <a:spcPts val="1150"/>
                        </a:lnSpc>
                        <a:spcBef>
                          <a:spcPts val="8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&lt;BODY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Onload="tanggal()"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OnUnload="tutup()"&gt;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09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514984">
                        <a:lnSpc>
                          <a:spcPts val="1140"/>
                        </a:lnSpc>
                        <a:spcBef>
                          <a:spcPts val="2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&lt;!-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Hide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browsers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that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do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understand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Javascript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tanggal()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45"/>
                        </a:lnSpc>
                        <a:spcBef>
                          <a:spcPts val="20"/>
                        </a:spcBef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>
                        <a:lnSpc>
                          <a:spcPts val="108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Date();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 marR="2845435">
                        <a:lnSpc>
                          <a:spcPct val="945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d.getFullYear();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d.getMonth()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1;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d.getDate();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>
                        <a:lnSpc>
                          <a:spcPts val="113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0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'/'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'/'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'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';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202565" marR="136525">
                        <a:lnSpc>
                          <a:spcPts val="114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defaultStatus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"Anda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datang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pada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tanggal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"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 ".";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alert("Selamat</a:t>
                      </a:r>
                      <a:r>
                        <a:rPr sz="10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Datang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Teman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\n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Silahkan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Masuk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Ke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Websiteku");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2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5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timer()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>
                        <a:lnSpc>
                          <a:spcPts val="112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26364" marR="3083560">
                        <a:lnSpc>
                          <a:spcPts val="1019"/>
                        </a:lnSpc>
                        <a:spcBef>
                          <a:spcPts val="12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Date();</a:t>
                      </a:r>
                      <a:r>
                        <a:rPr sz="1000" spc="5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var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jam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d.getHours();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160" marB="0"/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855" y="2958465"/>
            <a:ext cx="4825365" cy="3688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889762"/>
            <a:ext cx="3348354" cy="75184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1270000">
              <a:lnSpc>
                <a:spcPts val="1130"/>
              </a:lnSpc>
              <a:spcBef>
                <a:spcPts val="190"/>
              </a:spcBef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menit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d.getMinutes();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detik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d.getSeconds();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70"/>
              </a:lnSpc>
            </a:pP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strwaktu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(jam&lt;10)?"0"+jam:jam;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30"/>
              </a:lnSpc>
              <a:spcBef>
                <a:spcPts val="65"/>
              </a:spcBef>
            </a:pPr>
            <a:r>
              <a:rPr sz="1000" dirty="0">
                <a:latin typeface="Courier New"/>
                <a:cs typeface="Courier New"/>
              </a:rPr>
              <a:t>strwaktu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+=(menit&lt;10)?"0"+menit:"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: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"+menit; </a:t>
            </a:r>
            <a:r>
              <a:rPr sz="1000" dirty="0">
                <a:latin typeface="Courier New"/>
                <a:cs typeface="Courier New"/>
              </a:rPr>
              <a:t>strwaktu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+=(detik&lt;10)?"0"+detik:"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: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"+detik;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2865" y="1607566"/>
            <a:ext cx="85851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ourier New"/>
                <a:cs typeface="Courier New"/>
              </a:rPr>
              <a:t>"+strwaktu;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9080" y="1607566"/>
            <a:ext cx="2082800" cy="6210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140"/>
              </a:lnSpc>
              <a:spcBef>
                <a:spcPts val="185"/>
              </a:spcBef>
            </a:pPr>
            <a:r>
              <a:rPr sz="1000" spc="-10" dirty="0">
                <a:latin typeface="Courier New"/>
                <a:cs typeface="Courier New"/>
              </a:rPr>
              <a:t>document.f.txtwaktu.value=" setTimeout("timer()",200);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90"/>
              </a:lnSpc>
            </a:pP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tutup()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9080" y="2189733"/>
            <a:ext cx="4708525" cy="2919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5"/>
              </a:lnSpc>
              <a:spcBef>
                <a:spcPts val="95"/>
              </a:spcBef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4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window.alert("Terimakasih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Telah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Berkunjung\nJangan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lupa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Datang </a:t>
            </a:r>
            <a:r>
              <a:rPr sz="1000" dirty="0">
                <a:latin typeface="Courier New"/>
                <a:cs typeface="Courier New"/>
              </a:rPr>
              <a:t>kembali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Ya..");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5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//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end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hiding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--</a:t>
            </a:r>
            <a:r>
              <a:rPr sz="1000" spc="-50" dirty="0">
                <a:latin typeface="Courier New"/>
                <a:cs typeface="Courier New"/>
              </a:rPr>
              <a:t>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5"/>
              </a:lnSpc>
            </a:pPr>
            <a:r>
              <a:rPr sz="1000" dirty="0">
                <a:latin typeface="Courier New"/>
                <a:cs typeface="Courier New"/>
              </a:rPr>
              <a:t>&lt;h1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align="center"&gt;Latihan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Event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OnLoad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OnUnLoad&lt;/h1&gt;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&lt;hr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width="600"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color="black"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noshade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size="10"&gt;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80"/>
              </a:lnSpc>
            </a:pPr>
            <a:r>
              <a:rPr sz="1000" dirty="0">
                <a:latin typeface="Courier New"/>
                <a:cs typeface="Courier New"/>
              </a:rPr>
              <a:t>&lt;font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face="arial"&gt;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&lt;h3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align="center"&gt;SELAMAT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DATANG&lt;/h3&gt;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000" spc="-10" dirty="0">
                <a:latin typeface="Courier New"/>
                <a:cs typeface="Courier New"/>
              </a:rPr>
              <a:t>&lt;CENTER&gt;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9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name="f"&gt;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&lt;h4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align="center"&gt;Sekarang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Menunjukkan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Jam&lt;/h4&gt;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5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1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type="Text"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size="16"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name="txtwaktu"&gt;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&lt;hr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width="600"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color="black"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noshade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size="2"&gt;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  <a:tabLst>
                <a:tab pos="695325" algn="l"/>
              </a:tabLst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LANGUAGE="JavaScript"&gt;timer()&lt;/SCRIPT&gt;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  <a:spcBef>
                <a:spcPts val="5"/>
              </a:spcBef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1804" y="5099304"/>
            <a:ext cx="1535430" cy="8747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8025" y="6178550"/>
            <a:ext cx="3629533" cy="24028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65120" y="8740140"/>
            <a:ext cx="1796287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1055878"/>
            <a:ext cx="4577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menggunakan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onMouseOut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onMouseOver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73200" y="1445006"/>
          <a:ext cx="5437505" cy="666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37505"/>
              </a:tblGrid>
              <a:tr h="167640">
                <a:tc>
                  <a:txBody>
                    <a:bodyPr/>
                    <a:lstStyle/>
                    <a:p>
                      <a:pPr marL="77470">
                        <a:lnSpc>
                          <a:spcPts val="122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Contoh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B3B3B3"/>
                    </a:solidFill>
                  </a:tcPr>
                </a:tc>
              </a:tr>
              <a:tr h="6497320">
                <a:tc>
                  <a:txBody>
                    <a:bodyPr/>
                    <a:lstStyle/>
                    <a:p>
                      <a:pPr marL="77470">
                        <a:lnSpc>
                          <a:spcPts val="1195"/>
                        </a:lnSpc>
                        <a:spcBef>
                          <a:spcPts val="6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7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&lt;SCRIPT</a:t>
                      </a:r>
                      <a:r>
                        <a:rPr sz="1000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LANGUAGE="JavaScript"&gt;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65"/>
                        </a:lnSpc>
                        <a:spcBef>
                          <a:spcPts val="107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g1()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document.f.imgfan.src="fanon.gif"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7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45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function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g2()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1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document.f.imgfan.src="fanoff.gif"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5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&lt;/SCRIPT&gt;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&lt;h1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align="center"&gt;Latihan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Event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OnMouseOver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dan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OnMouseOut&lt;/h1&gt;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1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&lt;hr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width="600"</a:t>
                      </a:r>
                      <a:r>
                        <a:rPr sz="1000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color="black"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noshade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size="10"&gt;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&lt;font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face="arial"&gt;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&lt;h3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align="center"&gt;SELAMAT</a:t>
                      </a:r>
                      <a:r>
                        <a:rPr sz="1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DATANG&lt;/h3&gt;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8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&lt;CENTER&gt;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2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&lt;form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name="f"&gt;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207010">
                        <a:lnSpc>
                          <a:spcPts val="1130"/>
                        </a:lnSpc>
                        <a:spcBef>
                          <a:spcPts val="30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&lt;Img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Name="logo"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src="logo1.gif"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onmouseover="document.logo.src='logo2.gif';window.status='Motto</a:t>
                      </a:r>
                      <a:r>
                        <a:rPr sz="1000" spc="4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Jawa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53670" marR="129539" indent="-76200">
                        <a:lnSpc>
                          <a:spcPts val="1130"/>
                        </a:lnSpc>
                        <a:spcBef>
                          <a:spcPts val="1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Barat'"</a:t>
                      </a:r>
                      <a:r>
                        <a:rPr sz="1000" spc="500" dirty="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onmouseout="document.logo.src='logo1.gif';window.status='Gemah</a:t>
                      </a:r>
                      <a:r>
                        <a:rPr sz="1000" spc="4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Ripah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Repeh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Rapih'"&gt;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5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&lt;h4</a:t>
                      </a:r>
                      <a:r>
                        <a:rPr sz="10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align="center"&gt;Kalo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Kepanasan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Tunjuk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Kipas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Angin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Saja&lt;/h4&gt;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15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&lt;A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HREF="latevenonclick.html"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onMouseOver="g1()"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onMouseOut="g2()"&gt;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&lt;IMAGE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NAME="imgfan"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SRC="fanoff.gif"</a:t>
                      </a:r>
                      <a:r>
                        <a:rPr sz="10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WIDTH=61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HEIGHT=72</a:t>
                      </a:r>
                      <a:r>
                        <a:rPr sz="1000" spc="-1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BORDER=0&gt;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50"/>
                        </a:lnSpc>
                      </a:pPr>
                      <a:r>
                        <a:rPr sz="1000" spc="-20" dirty="0">
                          <a:latin typeface="Courier New"/>
                          <a:cs typeface="Courier New"/>
                        </a:rPr>
                        <a:t>&lt;/A&gt;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25" dirty="0">
                          <a:latin typeface="Courier New"/>
                          <a:cs typeface="Courier New"/>
                        </a:rPr>
                        <a:t>&lt;p&gt;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1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Contoh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Link</a:t>
                      </a:r>
                      <a:r>
                        <a:rPr sz="10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Dengan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Even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5"/>
                        </a:lnSpc>
                      </a:pPr>
                      <a:r>
                        <a:rPr sz="1000" spc="-20" dirty="0">
                          <a:latin typeface="Courier New"/>
                          <a:cs typeface="Courier New"/>
                        </a:rPr>
                        <a:t>&lt;/p&gt;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2353945">
                        <a:lnSpc>
                          <a:spcPts val="1140"/>
                        </a:lnSpc>
                        <a:spcBef>
                          <a:spcPts val="2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&lt;A</a:t>
                      </a:r>
                      <a:r>
                        <a:rPr sz="1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  <a:hlinkClick r:id="rId2"/>
                        </a:rPr>
                        <a:t>HREF="http://www.google.com"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onMouseOver="document.bgColor='#ffcc00';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06070">
                        <a:lnSpc>
                          <a:spcPts val="107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onMouseOver=window.status='Ke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Website</a:t>
                      </a:r>
                      <a:r>
                        <a:rPr sz="10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Google.Com';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return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true"&gt;Google.Com&lt;/A&gt;&lt;BR&gt;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 marR="695325">
                        <a:lnSpc>
                          <a:spcPts val="1140"/>
                        </a:lnSpc>
                        <a:spcBef>
                          <a:spcPts val="55"/>
                        </a:spcBef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&lt;A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35" dirty="0">
                          <a:latin typeface="Courier New"/>
                          <a:cs typeface="Courier New"/>
                          <a:hlinkClick r:id="rId3"/>
                        </a:rPr>
                        <a:t>HREF="http://if.unikom.ac.id"</a:t>
                      </a:r>
                      <a:r>
                        <a:rPr sz="1000" spc="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30" dirty="0">
                          <a:latin typeface="Courier New"/>
                          <a:cs typeface="Courier New"/>
                        </a:rPr>
                        <a:t>onMouseOver="window.status='Oh,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jangan</a:t>
                      </a:r>
                      <a:r>
                        <a:rPr sz="10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deket-deket..';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153670">
                        <a:lnSpc>
                          <a:spcPts val="107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sz="1000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true"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onMouseOut="alert('Nah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gitu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dong');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return</a:t>
                      </a:r>
                      <a:r>
                        <a:rPr sz="1000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true"&gt;Teknik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7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Informatika</a:t>
                      </a:r>
                      <a:r>
                        <a:rPr sz="1000" spc="-7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UNIKOM</a:t>
                      </a:r>
                      <a:r>
                        <a:rPr sz="1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20" dirty="0">
                          <a:latin typeface="Courier New"/>
                          <a:cs typeface="Courier New"/>
                        </a:rPr>
                        <a:t>&lt;/A&gt;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50"/>
                        </a:lnSpc>
                      </a:pPr>
                      <a:r>
                        <a:rPr sz="1000" dirty="0">
                          <a:latin typeface="Courier New"/>
                          <a:cs typeface="Courier New"/>
                        </a:rPr>
                        <a:t>&lt;hr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width="600"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color="black"</a:t>
                      </a:r>
                      <a:r>
                        <a:rPr sz="1000" spc="-1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noshade</a:t>
                      </a:r>
                      <a:r>
                        <a:rPr sz="1000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size="2"&gt;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09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&lt;/form&gt;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4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&lt;/center&gt;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100"/>
                        </a:lnSpc>
                        <a:spcBef>
                          <a:spcPts val="10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109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825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0129" y="1309471"/>
            <a:ext cx="1055890" cy="1554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7679" y="1309471"/>
            <a:ext cx="2921511" cy="15543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387493" y="1309471"/>
            <a:ext cx="136525" cy="155575"/>
            <a:chOff x="4387493" y="1309471"/>
            <a:chExt cx="136525" cy="15557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448" y="1309471"/>
              <a:ext cx="90689" cy="777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493" y="1393666"/>
              <a:ext cx="136034" cy="71242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22743" y="1128127"/>
            <a:ext cx="116601" cy="1036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35947" y="952793"/>
            <a:ext cx="1664970" cy="278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0F0F0F"/>
                </a:solidFill>
                <a:latin typeface="Times New Roman"/>
                <a:cs typeface="Times New Roman"/>
              </a:rPr>
              <a:t>me</a:t>
            </a:r>
            <a:r>
              <a:rPr sz="700" spc="13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D</a:t>
            </a:r>
            <a:r>
              <a:rPr sz="700" spc="42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bahan</a:t>
            </a:r>
            <a:r>
              <a:rPr sz="700" spc="7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aja</a:t>
            </a:r>
            <a:r>
              <a:rPr sz="700" spc="180" dirty="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java</a:t>
            </a:r>
            <a:r>
              <a:rPr sz="700" spc="17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sz="700" spc="434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p</a:t>
            </a:r>
            <a:r>
              <a:rPr sz="700" spc="39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7</a:t>
            </a:r>
            <a:r>
              <a:rPr sz="700" spc="24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437</a:t>
            </a:r>
            <a:r>
              <a:rPr sz="700" spc="434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ue</a:t>
            </a:r>
            <a:r>
              <a:rPr sz="700" spc="16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spc="-60" dirty="0">
                <a:solidFill>
                  <a:srgbClr val="0F0F0F"/>
                </a:solidFill>
                <a:latin typeface="Times New Roman"/>
                <a:cs typeface="Times New Roman"/>
              </a:rPr>
              <a:t>h</a:t>
            </a:r>
            <a:endParaRPr sz="70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  <a:spcBef>
                <a:spcPts val="430"/>
              </a:spcBef>
            </a:pPr>
            <a:r>
              <a:rPr sz="600" dirty="0">
                <a:latin typeface="Times New Roman"/>
                <a:cs typeface="Times New Roman"/>
              </a:rPr>
              <a:t>File</a:t>
            </a:r>
            <a:r>
              <a:rPr sz="600" spc="195" dirty="0">
                <a:latin typeface="Times New Roman"/>
                <a:cs typeface="Times New Roman"/>
              </a:rPr>
              <a:t>  </a:t>
            </a:r>
            <a:r>
              <a:rPr sz="600" dirty="0">
                <a:latin typeface="Times New Roman"/>
                <a:cs typeface="Times New Roman"/>
              </a:rPr>
              <a:t>Edit</a:t>
            </a:r>
            <a:r>
              <a:rPr sz="600" spc="204" dirty="0">
                <a:latin typeface="Times New Roman"/>
                <a:cs typeface="Times New Roman"/>
              </a:rPr>
              <a:t>  </a:t>
            </a:r>
            <a:r>
              <a:rPr sz="600" dirty="0">
                <a:latin typeface="Times New Roman"/>
                <a:cs typeface="Times New Roman"/>
              </a:rPr>
              <a:t>View</a:t>
            </a:r>
            <a:r>
              <a:rPr sz="600" spc="204" dirty="0">
                <a:latin typeface="Times New Roman"/>
                <a:cs typeface="Times New Roman"/>
              </a:rPr>
              <a:t>  </a:t>
            </a:r>
            <a:r>
              <a:rPr sz="600" dirty="0">
                <a:latin typeface="Times New Roman"/>
                <a:cs typeface="Times New Roman"/>
              </a:rPr>
              <a:t>Fgvorites</a:t>
            </a:r>
            <a:r>
              <a:rPr sz="600" spc="204" dirty="0">
                <a:latin typeface="Times New Roman"/>
                <a:cs typeface="Times New Roman"/>
              </a:rPr>
              <a:t>  </a:t>
            </a:r>
            <a:r>
              <a:rPr sz="600" dirty="0">
                <a:latin typeface="Times New Roman"/>
                <a:cs typeface="Times New Roman"/>
              </a:rPr>
              <a:t>Tools</a:t>
            </a:r>
            <a:r>
              <a:rPr sz="600" spc="204" dirty="0">
                <a:latin typeface="Times New Roman"/>
                <a:cs typeface="Times New Roman"/>
              </a:rPr>
              <a:t>  </a:t>
            </a:r>
            <a:r>
              <a:rPr sz="600" spc="-20" dirty="0">
                <a:latin typeface="Times New Roman"/>
                <a:cs typeface="Times New Roman"/>
              </a:rPr>
              <a:t>Help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3498" y="952793"/>
            <a:ext cx="6032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1270" y="952793"/>
            <a:ext cx="46037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ne</a:t>
            </a:r>
            <a:r>
              <a:rPr sz="700" spc="305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0F0F0F"/>
                </a:solidFill>
                <a:latin typeface="Times New Roman"/>
                <a:cs typeface="Times New Roman"/>
              </a:rPr>
              <a:t>E</a:t>
            </a:r>
            <a:r>
              <a:rPr sz="700" spc="24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0F0F0F"/>
                </a:solidFill>
                <a:latin typeface="Times New Roman"/>
                <a:cs typeface="Times New Roman"/>
              </a:rPr>
              <a:t>p</a:t>
            </a:r>
            <a:r>
              <a:rPr sz="700" spc="220" dirty="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sz="700" spc="-50" dirty="0">
                <a:solidFill>
                  <a:srgbClr val="0F0F0F"/>
                </a:solidFill>
                <a:latin typeface="Times New Roman"/>
                <a:cs typeface="Times New Roman"/>
              </a:rPr>
              <a:t>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8428" y="1478086"/>
            <a:ext cx="4439285" cy="5422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439420" algn="l"/>
                <a:tab pos="1227455" algn="l"/>
                <a:tab pos="3942079" algn="l"/>
                <a:tab pos="4176395" algn="l"/>
              </a:tabLst>
            </a:pPr>
            <a:r>
              <a:rPr sz="650" spc="-10" dirty="0">
                <a:solidFill>
                  <a:srgbClr val="797979"/>
                </a:solidFill>
                <a:latin typeface="Times New Roman"/>
                <a:cs typeface="Times New Roman"/>
              </a:rPr>
              <a:t>Address</a:t>
            </a:r>
            <a:r>
              <a:rPr sz="650" dirty="0">
                <a:solidFill>
                  <a:srgbClr val="797979"/>
                </a:solidFill>
                <a:latin typeface="Times New Roman"/>
                <a:cs typeface="Times New Roman"/>
              </a:rPr>
              <a:t>	</a:t>
            </a:r>
            <a:r>
              <a:rPr sz="650" dirty="0">
                <a:latin typeface="Times New Roman"/>
                <a:cs typeface="Times New Roman"/>
              </a:rPr>
              <a:t>D</a:t>
            </a:r>
            <a:r>
              <a:rPr sz="650" spc="44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ahan</a:t>
            </a:r>
            <a:r>
              <a:rPr sz="650" spc="-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aia</a:t>
            </a:r>
            <a:r>
              <a:rPr sz="650" spc="21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ia</a:t>
            </a:r>
            <a:r>
              <a:rPr sz="650" spc="114" dirty="0"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a</a:t>
            </a:r>
            <a:r>
              <a:rPr sz="650" dirty="0">
                <a:latin typeface="Times New Roman"/>
                <a:cs typeface="Times New Roman"/>
              </a:rPr>
              <a:t>	76</a:t>
            </a:r>
            <a:r>
              <a:rPr sz="650" spc="43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7</a:t>
            </a:r>
            <a:r>
              <a:rPr sz="650" spc="180" dirty="0">
                <a:latin typeface="Times New Roman"/>
                <a:cs typeface="Times New Roman"/>
              </a:rPr>
              <a:t>  </a:t>
            </a:r>
            <a:r>
              <a:rPr sz="650" dirty="0">
                <a:latin typeface="Times New Roman"/>
                <a:cs typeface="Times New Roman"/>
              </a:rPr>
              <a:t>e</a:t>
            </a:r>
            <a:r>
              <a:rPr sz="650" spc="55" dirty="0"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h</a:t>
            </a:r>
            <a:r>
              <a:rPr sz="650" dirty="0">
                <a:latin typeface="Times New Roman"/>
                <a:cs typeface="Times New Roman"/>
              </a:rPr>
              <a:t>	</a:t>
            </a:r>
            <a:r>
              <a:rPr sz="650" spc="-25" dirty="0">
                <a:latin typeface="Times New Roman"/>
                <a:cs typeface="Times New Roman"/>
              </a:rPr>
              <a:t>Go</a:t>
            </a:r>
            <a:r>
              <a:rPr sz="650" dirty="0">
                <a:latin typeface="Times New Roman"/>
                <a:cs typeface="Times New Roman"/>
              </a:rPr>
              <a:t>	</a:t>
            </a:r>
            <a:r>
              <a:rPr sz="650" spc="-50" dirty="0">
                <a:solidFill>
                  <a:srgbClr val="797979"/>
                </a:solidFill>
                <a:latin typeface="Times New Roman"/>
                <a:cs typeface="Times New Roman"/>
              </a:rPr>
              <a:t>Links</a:t>
            </a:r>
            <a:r>
              <a:rPr sz="650" spc="185" dirty="0">
                <a:solidFill>
                  <a:srgbClr val="797979"/>
                </a:solidFill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"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65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sz="1550" spc="90" dirty="0">
                <a:latin typeface="Times New Roman"/>
                <a:cs typeface="Times New Roman"/>
              </a:rPr>
              <a:t>Latihan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50" dirty="0">
                <a:latin typeface="Times New Roman"/>
                <a:cs typeface="Times New Roman"/>
              </a:rPr>
              <a:t>Event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80" dirty="0">
                <a:latin typeface="Times New Roman"/>
                <a:cs typeface="Times New Roman"/>
              </a:rPr>
              <a:t>OnMouseOver</a:t>
            </a:r>
            <a:r>
              <a:rPr sz="1550" spc="215" dirty="0">
                <a:latin typeface="Times New Roman"/>
                <a:cs typeface="Times New Roman"/>
              </a:rPr>
              <a:t> </a:t>
            </a:r>
            <a:r>
              <a:rPr sz="1550" spc="70" dirty="0">
                <a:latin typeface="Times New Roman"/>
                <a:cs typeface="Times New Roman"/>
              </a:rPr>
              <a:t>dan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spc="75" dirty="0">
                <a:latin typeface="Times New Roman"/>
                <a:cs typeface="Times New Roman"/>
              </a:rPr>
              <a:t>OnMouseOut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9835" y="4585970"/>
            <a:ext cx="841375" cy="12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45" dirty="0">
                <a:latin typeface="Times New Roman"/>
                <a:cs typeface="Times New Roman"/>
              </a:rPr>
              <a:t>Gemah</a:t>
            </a:r>
            <a:r>
              <a:rPr sz="650" spc="15" dirty="0">
                <a:latin typeface="Times New Roman"/>
                <a:cs typeface="Times New Roman"/>
              </a:rPr>
              <a:t> </a:t>
            </a:r>
            <a:r>
              <a:rPr sz="650" spc="-40" dirty="0">
                <a:latin typeface="Times New Roman"/>
                <a:cs typeface="Times New Roman"/>
              </a:rPr>
              <a:t>Ripah</a:t>
            </a:r>
            <a:r>
              <a:rPr sz="650" spc="10" dirty="0">
                <a:latin typeface="Times New Roman"/>
                <a:cs typeface="Times New Roman"/>
              </a:rPr>
              <a:t> </a:t>
            </a:r>
            <a:r>
              <a:rPr sz="650" spc="-20" dirty="0">
                <a:latin typeface="Times New Roman"/>
                <a:cs typeface="Times New Roman"/>
              </a:rPr>
              <a:t>Repeh</a:t>
            </a:r>
            <a:r>
              <a:rPr sz="650" spc="10" dirty="0">
                <a:latin typeface="Times New Roman"/>
                <a:cs typeface="Times New Roman"/>
              </a:rPr>
              <a:t> </a:t>
            </a:r>
            <a:r>
              <a:rPr sz="650" spc="-40" dirty="0">
                <a:latin typeface="Times New Roman"/>
                <a:cs typeface="Times New Roman"/>
              </a:rPr>
              <a:t>Rapih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78230" y="2391491"/>
            <a:ext cx="2124075" cy="1106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90"/>
              </a:spcBef>
            </a:pPr>
            <a:r>
              <a:rPr sz="950" spc="-120" dirty="0">
                <a:latin typeface="Arial Black"/>
                <a:cs typeface="Arial Black"/>
              </a:rPr>
              <a:t>SELAMAT</a:t>
            </a:r>
            <a:r>
              <a:rPr sz="950" spc="60" dirty="0">
                <a:latin typeface="Arial Black"/>
                <a:cs typeface="Arial Black"/>
              </a:rPr>
              <a:t> </a:t>
            </a:r>
            <a:r>
              <a:rPr sz="950" spc="-10" dirty="0">
                <a:latin typeface="Arial Black"/>
                <a:cs typeface="Arial Black"/>
              </a:rPr>
              <a:t>DATANG</a:t>
            </a:r>
            <a:endParaRPr sz="9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25" dirty="0">
                <a:latin typeface="Times New Roman"/>
                <a:cs typeface="Times New Roman"/>
              </a:rPr>
              <a:t>BAR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50">
              <a:latin typeface="Times New Roman"/>
              <a:cs typeface="Times New Roman"/>
            </a:endParaRPr>
          </a:p>
          <a:p>
            <a:pPr marL="64769">
              <a:lnSpc>
                <a:spcPct val="100000"/>
              </a:lnSpc>
            </a:pPr>
            <a:r>
              <a:rPr sz="850" dirty="0">
                <a:latin typeface="Times New Roman"/>
                <a:cs typeface="Times New Roman"/>
              </a:rPr>
              <a:t>Kalo</a:t>
            </a:r>
            <a:r>
              <a:rPr sz="850" spc="155" dirty="0">
                <a:latin typeface="Times New Roman"/>
                <a:cs typeface="Times New Roman"/>
              </a:rPr>
              <a:t> </a:t>
            </a:r>
            <a:r>
              <a:rPr sz="850" spc="60" dirty="0">
                <a:latin typeface="Times New Roman"/>
                <a:cs typeface="Times New Roman"/>
              </a:rPr>
              <a:t>Kepanasan</a:t>
            </a:r>
            <a:r>
              <a:rPr sz="850" spc="16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Tunjuk</a:t>
            </a:r>
            <a:r>
              <a:rPr sz="850" spc="2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Kipas</a:t>
            </a:r>
            <a:r>
              <a:rPr sz="850" spc="12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Angin</a:t>
            </a:r>
            <a:r>
              <a:rPr sz="850" spc="160" dirty="0">
                <a:latin typeface="Times New Roman"/>
                <a:cs typeface="Times New Roman"/>
              </a:rPr>
              <a:t> </a:t>
            </a:r>
            <a:r>
              <a:rPr sz="850" spc="-20" dirty="0">
                <a:latin typeface="Times New Roman"/>
                <a:cs typeface="Times New Roman"/>
              </a:rPr>
              <a:t>Saja</a:t>
            </a:r>
            <a:endParaRPr sz="850">
              <a:latin typeface="Times New Roman"/>
              <a:cs typeface="Times New Roman"/>
            </a:endParaRPr>
          </a:p>
          <a:p>
            <a:pPr marR="95250" algn="ctr">
              <a:lnSpc>
                <a:spcPct val="100000"/>
              </a:lnSpc>
              <a:spcBef>
                <a:spcPts val="970"/>
              </a:spcBef>
            </a:pPr>
            <a:r>
              <a:rPr sz="850" spc="-20" dirty="0">
                <a:solidFill>
                  <a:srgbClr val="262626"/>
                </a:solidFill>
                <a:latin typeface="Times New Roman"/>
                <a:cs typeface="Times New Roman"/>
              </a:rPr>
              <a:t>.‹:"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0444" y="3945509"/>
            <a:ext cx="1254125" cy="5118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850" dirty="0">
                <a:latin typeface="Times New Roman"/>
                <a:cs typeface="Times New Roman"/>
              </a:rPr>
              <a:t>Contoh</a:t>
            </a:r>
            <a:r>
              <a:rPr sz="850" spc="75" dirty="0">
                <a:latin typeface="Times New Roman"/>
                <a:cs typeface="Times New Roman"/>
              </a:rPr>
              <a:t> </a:t>
            </a:r>
            <a:r>
              <a:rPr sz="850" spc="-40" dirty="0">
                <a:latin typeface="Times New Roman"/>
                <a:cs typeface="Times New Roman"/>
              </a:rPr>
              <a:t>Link</a:t>
            </a:r>
            <a:r>
              <a:rPr sz="850" spc="4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Dengan</a:t>
            </a:r>
            <a:r>
              <a:rPr sz="850" spc="75" dirty="0">
                <a:latin typeface="Times New Roman"/>
                <a:cs typeface="Times New Roman"/>
              </a:rPr>
              <a:t> </a:t>
            </a:r>
            <a:r>
              <a:rPr sz="850" spc="-20" dirty="0">
                <a:latin typeface="Times New Roman"/>
                <a:cs typeface="Times New Roman"/>
              </a:rPr>
              <a:t>Even</a:t>
            </a:r>
            <a:endParaRPr sz="850">
              <a:latin typeface="Times New Roman"/>
              <a:cs typeface="Times New Roman"/>
            </a:endParaRPr>
          </a:p>
          <a:p>
            <a:pPr marL="345440">
              <a:lnSpc>
                <a:spcPts val="1000"/>
              </a:lnSpc>
              <a:spcBef>
                <a:spcPts val="820"/>
              </a:spcBef>
              <a:tabLst>
                <a:tab pos="704850" algn="l"/>
              </a:tabLst>
            </a:pPr>
            <a:r>
              <a:rPr sz="900" spc="-445" dirty="0">
                <a:solidFill>
                  <a:srgbClr val="800080"/>
                </a:solidFill>
                <a:latin typeface="Times New Roman"/>
                <a:cs typeface="Times New Roman"/>
              </a:rPr>
              <a:t>w</a:t>
            </a:r>
            <a:r>
              <a:rPr sz="900" spc="150" dirty="0">
                <a:solidFill>
                  <a:srgbClr val="800080"/>
                </a:solidFill>
                <a:latin typeface="Times New Roman"/>
                <a:cs typeface="Times New Roman"/>
              </a:rPr>
              <a:t>G</a:t>
            </a:r>
            <a:r>
              <a:rPr sz="900" spc="-195" dirty="0">
                <a:solidFill>
                  <a:srgbClr val="800080"/>
                </a:solidFill>
                <a:latin typeface="Times New Roman"/>
                <a:cs typeface="Times New Roman"/>
              </a:rPr>
              <a:t>e</a:t>
            </a:r>
            <a:r>
              <a:rPr sz="900" spc="185" dirty="0">
                <a:solidFill>
                  <a:srgbClr val="800080"/>
                </a:solidFill>
                <a:latin typeface="Times New Roman"/>
                <a:cs typeface="Times New Roman"/>
              </a:rPr>
              <a:t>oo</a:t>
            </a:r>
            <a:r>
              <a:rPr sz="900" dirty="0">
                <a:solidFill>
                  <a:srgbClr val="800080"/>
                </a:solidFill>
                <a:latin typeface="Times New Roman"/>
                <a:cs typeface="Times New Roman"/>
              </a:rPr>
              <a:t>	</a:t>
            </a:r>
            <a:r>
              <a:rPr sz="900" spc="-25" dirty="0">
                <a:solidFill>
                  <a:srgbClr val="800080"/>
                </a:solidFill>
                <a:latin typeface="Times New Roman"/>
                <a:cs typeface="Times New Roman"/>
              </a:rPr>
              <a:t>Co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000"/>
              </a:lnSpc>
            </a:pPr>
            <a:r>
              <a:rPr sz="900" dirty="0">
                <a:solidFill>
                  <a:srgbClr val="800080"/>
                </a:solidFill>
                <a:latin typeface="Times New Roman"/>
                <a:cs typeface="Times New Roman"/>
              </a:rPr>
              <a:t>TeTik</a:t>
            </a:r>
            <a:r>
              <a:rPr sz="900" spc="100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00080"/>
                </a:solidFill>
                <a:latin typeface="Times New Roman"/>
                <a:cs typeface="Times New Roman"/>
              </a:rPr>
              <a:t>Infomaika</a:t>
            </a:r>
            <a:r>
              <a:rPr sz="900" spc="204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900" spc="-75" dirty="0">
                <a:solidFill>
                  <a:srgbClr val="800080"/>
                </a:solidFill>
                <a:latin typeface="Times New Roman"/>
                <a:cs typeface="Times New Roman"/>
              </a:rPr>
              <a:t>UNKOM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3630" y="4436828"/>
            <a:ext cx="59055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3D3D3D"/>
                </a:solidFill>
                <a:latin typeface="Times New Roman"/>
                <a:cs typeface="Times New Roman"/>
              </a:rPr>
              <a:t>v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42078" y="4592266"/>
            <a:ext cx="53340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8E8EBC"/>
                </a:solidFill>
                <a:latin typeface="Times New Roman"/>
                <a:cs typeface="Times New Roman"/>
              </a:rPr>
              <a:t>@</a:t>
            </a:r>
            <a:r>
              <a:rPr sz="600" spc="100" dirty="0">
                <a:solidFill>
                  <a:srgbClr val="8E8EBC"/>
                </a:solidFill>
                <a:latin typeface="Times New Roman"/>
                <a:cs typeface="Times New Roman"/>
              </a:rPr>
              <a:t> </a:t>
            </a:r>
            <a:r>
              <a:rPr sz="600" spc="-35" dirty="0">
                <a:latin typeface="Times New Roman"/>
                <a:cs typeface="Times New Roman"/>
              </a:rPr>
              <a:t>Ply</a:t>
            </a:r>
            <a:r>
              <a:rPr sz="600" spc="25" dirty="0">
                <a:latin typeface="Times New Roman"/>
                <a:cs typeface="Times New Roman"/>
              </a:rPr>
              <a:t> </a:t>
            </a:r>
            <a:r>
              <a:rPr sz="600" spc="-10" dirty="0">
                <a:latin typeface="Times New Roman"/>
                <a:cs typeface="Times New Roman"/>
              </a:rPr>
              <a:t>Computer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1552</Words>
  <Application>Microsoft Office PowerPoint</Application>
  <PresentationFormat>Custom</PresentationFormat>
  <Paragraphs>241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Kejadian (Event) - 1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Kejadian (Event) - 1</dc:title>
  <dc:creator>Pramadjaya</dc:creator>
  <cp:lastModifiedBy>Pramadjaya</cp:lastModifiedBy>
  <cp:revision>1</cp:revision>
  <dcterms:created xsi:type="dcterms:W3CDTF">2025-02-24T07:18:35Z</dcterms:created>
  <dcterms:modified xsi:type="dcterms:W3CDTF">2025-02-24T07:19:42Z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2022-11-14T00:00:00Z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2025-02-24T00:00:00Z</vt:filetime>
  </property>
  <property fmtid="{D5CDD505-2E9C-101B-9397-08002B2CF9AE}" pid="5" name="Producer">
    <vt:lpwstr>Microsoft® Word 2010</vt:lpwstr>
  </property>
</Properties>
</file>