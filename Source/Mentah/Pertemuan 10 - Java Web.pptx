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6121400" cy="8642350"/>
  <p:notesSz cx="6121400" cy="8642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3" d="100"/>
          <a:sy n="63" d="100"/>
        </p:scale>
        <p:origin x="-798" y="-1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59581" y="2679128"/>
            <a:ext cx="5208587" cy="181489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919162" y="4839716"/>
            <a:ext cx="4289425" cy="21605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06387" y="1987740"/>
            <a:ext cx="2665571" cy="5703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155791" y="1987740"/>
            <a:ext cx="2665571" cy="5703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6387" y="345694"/>
            <a:ext cx="5514975" cy="13827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6387" y="1987740"/>
            <a:ext cx="5514975" cy="5703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083435" y="8037385"/>
            <a:ext cx="1960880" cy="4321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06387" y="8037385"/>
            <a:ext cx="1409382" cy="4321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2/24/2025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411980" y="8037385"/>
            <a:ext cx="1409382" cy="4321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16710" y="4806315"/>
            <a:ext cx="3354832" cy="138493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711200" y="477519"/>
            <a:ext cx="4707890" cy="4246245"/>
          </a:xfrm>
          <a:prstGeom prst="rect">
            <a:avLst/>
          </a:prstGeom>
        </p:spPr>
        <p:txBody>
          <a:bodyPr vert="horz" wrap="square" lIns="0" tIns="106680" rIns="0" bIns="0" rtlCol="0">
            <a:spAutoFit/>
          </a:bodyPr>
          <a:lstStyle/>
          <a:p>
            <a:pPr marL="6350" algn="ctr">
              <a:lnSpc>
                <a:spcPct val="100000"/>
              </a:lnSpc>
              <a:spcBef>
                <a:spcPts val="840"/>
              </a:spcBef>
            </a:pPr>
            <a:r>
              <a:rPr sz="1400" b="1" dirty="0">
                <a:latin typeface="Times New Roman"/>
                <a:cs typeface="Times New Roman"/>
              </a:rPr>
              <a:t>BAB</a:t>
            </a:r>
            <a:r>
              <a:rPr sz="1400" b="1" spc="-60" dirty="0">
                <a:latin typeface="Times New Roman"/>
                <a:cs typeface="Times New Roman"/>
              </a:rPr>
              <a:t> </a:t>
            </a:r>
            <a:r>
              <a:rPr sz="1400" b="1" spc="-50" dirty="0">
                <a:latin typeface="Times New Roman"/>
                <a:cs typeface="Times New Roman"/>
              </a:rPr>
              <a:t>X</a:t>
            </a:r>
            <a:endParaRPr sz="1400" dirty="0">
              <a:latin typeface="Times New Roman"/>
              <a:cs typeface="Times New Roman"/>
            </a:endParaRPr>
          </a:p>
          <a:p>
            <a:pPr marL="1270" algn="ctr">
              <a:lnSpc>
                <a:spcPct val="100000"/>
              </a:lnSpc>
              <a:spcBef>
                <a:spcPts val="740"/>
              </a:spcBef>
            </a:pPr>
            <a:r>
              <a:rPr sz="1400" b="1" dirty="0">
                <a:latin typeface="Times New Roman"/>
                <a:cs typeface="Times New Roman"/>
              </a:rPr>
              <a:t>Membuat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Design</a:t>
            </a:r>
            <a:r>
              <a:rPr sz="1400" b="1" spc="-30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Web</a:t>
            </a:r>
            <a:r>
              <a:rPr sz="1400" b="1" spc="-40" dirty="0">
                <a:latin typeface="Times New Roman"/>
                <a:cs typeface="Times New Roman"/>
              </a:rPr>
              <a:t> </a:t>
            </a:r>
            <a:r>
              <a:rPr sz="1400" b="1" spc="-10" dirty="0">
                <a:latin typeface="Times New Roman"/>
                <a:cs typeface="Times New Roman"/>
              </a:rPr>
              <a:t>Responsive</a:t>
            </a:r>
            <a:r>
              <a:rPr sz="1400" b="1" spc="-45" dirty="0">
                <a:latin typeface="Times New Roman"/>
                <a:cs typeface="Times New Roman"/>
              </a:rPr>
              <a:t> </a:t>
            </a:r>
            <a:r>
              <a:rPr sz="1400" b="1" dirty="0">
                <a:latin typeface="Times New Roman"/>
                <a:cs typeface="Times New Roman"/>
              </a:rPr>
              <a:t>Menggunakan</a:t>
            </a:r>
            <a:r>
              <a:rPr sz="1400" b="1" spc="-35" dirty="0">
                <a:latin typeface="Times New Roman"/>
                <a:cs typeface="Times New Roman"/>
              </a:rPr>
              <a:t> </a:t>
            </a:r>
            <a:r>
              <a:rPr sz="1400" b="1" spc="-25" dirty="0">
                <a:latin typeface="Times New Roman"/>
                <a:cs typeface="Times New Roman"/>
              </a:rPr>
              <a:t>CSS</a:t>
            </a:r>
            <a:endParaRPr sz="1400" dirty="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500"/>
              </a:spcBef>
            </a:pPr>
            <a:endParaRPr sz="1400" dirty="0">
              <a:latin typeface="Times New Roman"/>
              <a:cs typeface="Times New Roman"/>
            </a:endParaRPr>
          </a:p>
          <a:p>
            <a:pPr marL="323850" lvl="1" indent="-311150" algn="just">
              <a:lnSpc>
                <a:spcPct val="100000"/>
              </a:lnSpc>
              <a:buAutoNum type="arabicPeriod"/>
              <a:tabLst>
                <a:tab pos="323850" algn="l"/>
              </a:tabLst>
            </a:pPr>
            <a:r>
              <a:rPr sz="1200" b="1" dirty="0">
                <a:latin typeface="Times New Roman"/>
                <a:cs typeface="Times New Roman"/>
              </a:rPr>
              <a:t>Merancang</a:t>
            </a:r>
            <a:r>
              <a:rPr sz="1200" b="1" spc="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Design</a:t>
            </a:r>
            <a:r>
              <a:rPr sz="1200" b="1" spc="50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Web</a:t>
            </a:r>
            <a:r>
              <a:rPr sz="1200" b="1" spc="6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Responsive</a:t>
            </a:r>
            <a:r>
              <a:rPr sz="1200" b="1" spc="7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mengunakan</a:t>
            </a:r>
            <a:r>
              <a:rPr sz="1200" b="1" spc="70" dirty="0">
                <a:latin typeface="Times New Roman"/>
                <a:cs typeface="Times New Roman"/>
              </a:rPr>
              <a:t> </a:t>
            </a:r>
            <a:r>
              <a:rPr sz="1200" b="1" spc="-25" dirty="0">
                <a:latin typeface="Times New Roman"/>
                <a:cs typeface="Times New Roman"/>
              </a:rPr>
              <a:t>CSS</a:t>
            </a:r>
            <a:endParaRPr sz="1200" dirty="0">
              <a:latin typeface="Times New Roman"/>
              <a:cs typeface="Times New Roman"/>
            </a:endParaRPr>
          </a:p>
          <a:p>
            <a:pPr marL="12700" marR="10795" indent="228600" algn="just">
              <a:lnSpc>
                <a:spcPts val="2060"/>
              </a:lnSpc>
              <a:spcBef>
                <a:spcPts val="165"/>
              </a:spcBef>
            </a:pP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3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pembahasan</a:t>
            </a:r>
            <a:r>
              <a:rPr sz="1200" spc="3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materi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kali</a:t>
            </a:r>
            <a:r>
              <a:rPr sz="1200" spc="3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kita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membuat</a:t>
            </a:r>
            <a:r>
              <a:rPr sz="1200" spc="3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38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Web </a:t>
            </a:r>
            <a:r>
              <a:rPr sz="1200" spc="-10" dirty="0">
                <a:latin typeface="Times New Roman"/>
                <a:cs typeface="Times New Roman"/>
              </a:rPr>
              <a:t>Responsive.</a:t>
            </a:r>
            <a:endParaRPr sz="1200" dirty="0">
              <a:latin typeface="Times New Roman"/>
              <a:cs typeface="Times New Roman"/>
            </a:endParaRPr>
          </a:p>
          <a:p>
            <a:pPr marL="12700" marR="5080" algn="just">
              <a:lnSpc>
                <a:spcPts val="2070"/>
              </a:lnSpc>
            </a:pPr>
            <a:r>
              <a:rPr sz="1200" dirty="0">
                <a:latin typeface="Times New Roman"/>
                <a:cs typeface="Times New Roman"/>
              </a:rPr>
              <a:t>Design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Responsive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3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sebuah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metode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atau</a:t>
            </a:r>
            <a:r>
              <a:rPr sz="1200" spc="3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pendekatan</a:t>
            </a:r>
            <a:r>
              <a:rPr sz="1200" spc="30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sistem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desain</a:t>
            </a:r>
            <a:r>
              <a:rPr sz="1200" spc="4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409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bertujuan</a:t>
            </a:r>
            <a:r>
              <a:rPr sz="1200" spc="4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memberikan</a:t>
            </a:r>
            <a:r>
              <a:rPr sz="1200" spc="4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pengalaman</a:t>
            </a:r>
            <a:r>
              <a:rPr sz="1200" spc="4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berselancar</a:t>
            </a:r>
            <a:r>
              <a:rPr sz="1200" spc="42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yang </a:t>
            </a:r>
            <a:r>
              <a:rPr sz="1200" dirty="0">
                <a:latin typeface="Times New Roman"/>
                <a:cs typeface="Times New Roman"/>
              </a:rPr>
              <a:t>optimal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berbagai</a:t>
            </a:r>
            <a:r>
              <a:rPr sz="1200" spc="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perangkat,</a:t>
            </a:r>
            <a:r>
              <a:rPr sz="1200" spc="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baik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mobile</a:t>
            </a:r>
            <a:r>
              <a:rPr sz="1200" spc="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maupun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komputer.</a:t>
            </a:r>
            <a:r>
              <a:rPr sz="1200" spc="5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Dengan </a:t>
            </a:r>
            <a:r>
              <a:rPr sz="1200" dirty="0">
                <a:latin typeface="Times New Roman"/>
                <a:cs typeface="Times New Roman"/>
              </a:rPr>
              <a:t>metode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ini.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Berikut</a:t>
            </a:r>
            <a:r>
              <a:rPr sz="1200" spc="114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kita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10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membuat</a:t>
            </a:r>
            <a:r>
              <a:rPr sz="1200" spc="9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form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responsive.</a:t>
            </a:r>
            <a:r>
              <a:rPr sz="1200" spc="10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Langkah-langkah</a:t>
            </a:r>
            <a:endParaRPr sz="1200" dirty="0">
              <a:latin typeface="Times New Roman"/>
              <a:cs typeface="Times New Roman"/>
            </a:endParaRPr>
          </a:p>
          <a:p>
            <a:pPr marL="12700" algn="just">
              <a:lnSpc>
                <a:spcPct val="100000"/>
              </a:lnSpc>
              <a:spcBef>
                <a:spcPts val="455"/>
              </a:spcBef>
            </a:pP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perlu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gunakan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dalam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pembuatan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 dirty="0">
              <a:latin typeface="Times New Roman"/>
              <a:cs typeface="Times New Roman"/>
            </a:endParaRPr>
          </a:p>
          <a:p>
            <a:pPr marL="468630" lvl="2" indent="-227329" algn="just">
              <a:lnSpc>
                <a:spcPct val="100000"/>
              </a:lnSpc>
              <a:spcBef>
                <a:spcPts val="665"/>
              </a:spcBef>
              <a:buAutoNum type="arabicPeriod"/>
              <a:tabLst>
                <a:tab pos="468630" algn="l"/>
              </a:tabLst>
            </a:pPr>
            <a:r>
              <a:rPr sz="1200" dirty="0">
                <a:latin typeface="Times New Roman"/>
                <a:cs typeface="Times New Roman"/>
              </a:rPr>
              <a:t>Tentukan</a:t>
            </a:r>
            <a:r>
              <a:rPr sz="1200" spc="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tema </a:t>
            </a:r>
            <a:r>
              <a:rPr sz="1200" spc="-10" dirty="0">
                <a:latin typeface="Times New Roman"/>
                <a:cs typeface="Times New Roman"/>
              </a:rPr>
              <a:t>website</a:t>
            </a:r>
            <a:endParaRPr sz="1200" dirty="0">
              <a:latin typeface="Times New Roman"/>
              <a:cs typeface="Times New Roman"/>
            </a:endParaRPr>
          </a:p>
          <a:p>
            <a:pPr marL="469900" algn="just">
              <a:lnSpc>
                <a:spcPct val="100000"/>
              </a:lnSpc>
              <a:spcBef>
                <a:spcPts val="670"/>
              </a:spcBef>
            </a:pPr>
            <a:r>
              <a:rPr sz="1200" dirty="0">
                <a:latin typeface="Calibri"/>
                <a:cs typeface="Calibri"/>
              </a:rPr>
              <a:t>-</a:t>
            </a:r>
            <a:r>
              <a:rPr sz="1200" spc="434" dirty="0">
                <a:latin typeface="Calibri"/>
                <a:cs typeface="Calibri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Tema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perpustakaan</a:t>
            </a:r>
            <a:endParaRPr sz="1200" dirty="0">
              <a:latin typeface="Times New Roman"/>
              <a:cs typeface="Times New Roman"/>
            </a:endParaRPr>
          </a:p>
          <a:p>
            <a:pPr marL="469900" marR="16510" lvl="2" indent="-228600" algn="just">
              <a:lnSpc>
                <a:spcPts val="2060"/>
              </a:lnSpc>
              <a:spcBef>
                <a:spcPts val="150"/>
              </a:spcBef>
              <a:buAutoNum type="arabicPeriod" startAt="2"/>
              <a:tabLst>
                <a:tab pos="469900" algn="l"/>
              </a:tabLst>
            </a:pPr>
            <a:r>
              <a:rPr sz="1200" dirty="0">
                <a:latin typeface="Times New Roman"/>
                <a:cs typeface="Times New Roman"/>
              </a:rPr>
              <a:t>Membuat</a:t>
            </a:r>
            <a:r>
              <a:rPr sz="1200" spc="2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sketsa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/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blueprint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/</a:t>
            </a:r>
            <a:r>
              <a:rPr sz="1200" spc="2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rancangan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dari</a:t>
            </a:r>
            <a:r>
              <a:rPr sz="1200" spc="2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27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28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yang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buat</a:t>
            </a:r>
            <a:endParaRPr sz="1200" dirty="0">
              <a:latin typeface="Times New Roman"/>
              <a:cs typeface="Times New Roman"/>
            </a:endParaRPr>
          </a:p>
          <a:p>
            <a:pPr marL="469900" algn="just">
              <a:lnSpc>
                <a:spcPct val="100000"/>
              </a:lnSpc>
              <a:spcBef>
                <a:spcPts val="459"/>
              </a:spcBef>
            </a:pPr>
            <a:r>
              <a:rPr sz="1200" dirty="0">
                <a:latin typeface="Times New Roman"/>
                <a:cs typeface="Times New Roman"/>
              </a:rPr>
              <a:t>Seperti contoh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berikut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ini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940117" y="6199758"/>
            <a:ext cx="4200525" cy="20516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9075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10.1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rancangan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tampilan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responsive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dibuat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0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 marR="5080" indent="-228600">
              <a:lnSpc>
                <a:spcPct val="144400"/>
              </a:lnSpc>
              <a:buAutoNum type="arabicPeriod" startAt="3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responsive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berarti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tampilannya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mengikuti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ukuran </a:t>
            </a:r>
            <a:r>
              <a:rPr sz="1200" dirty="0">
                <a:latin typeface="Times New Roman"/>
                <a:cs typeface="Times New Roman"/>
              </a:rPr>
              <a:t>layar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gadget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gunakan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akses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tersebut</a:t>
            </a:r>
            <a:endParaRPr sz="1200">
              <a:latin typeface="Times New Roman"/>
              <a:cs typeface="Times New Roman"/>
            </a:endParaRPr>
          </a:p>
          <a:p>
            <a:pPr marL="467995" lvl="1" indent="-226695">
              <a:lnSpc>
                <a:spcPct val="100000"/>
              </a:lnSpc>
              <a:spcBef>
                <a:spcPts val="630"/>
              </a:spcBef>
              <a:buAutoNum type="alphaLcPeriod"/>
              <a:tabLst>
                <a:tab pos="467995" algn="l"/>
              </a:tabLst>
            </a:pPr>
            <a:r>
              <a:rPr sz="1200" dirty="0">
                <a:latin typeface="Times New Roman"/>
                <a:cs typeface="Times New Roman"/>
              </a:rPr>
              <a:t>Buat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folder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xampp/htdocs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nama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perpus</a:t>
            </a:r>
            <a:endParaRPr sz="1200">
              <a:latin typeface="Times New Roman"/>
              <a:cs typeface="Times New Roman"/>
            </a:endParaRPr>
          </a:p>
          <a:p>
            <a:pPr marL="468630" lvl="1" indent="-227329">
              <a:lnSpc>
                <a:spcPct val="100000"/>
              </a:lnSpc>
              <a:spcBef>
                <a:spcPts val="620"/>
              </a:spcBef>
              <a:buAutoNum type="alphaLcPeriod"/>
              <a:tabLst>
                <a:tab pos="468630" algn="l"/>
              </a:tabLst>
            </a:pPr>
            <a:r>
              <a:rPr sz="1200" dirty="0">
                <a:latin typeface="Times New Roman"/>
                <a:cs typeface="Times New Roman"/>
              </a:rPr>
              <a:t>Didalam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folder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perpus,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siapkan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2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buah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folder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  <a:p>
            <a:pPr marL="684530" lvl="2" indent="-215265">
              <a:lnSpc>
                <a:spcPct val="100000"/>
              </a:lnSpc>
              <a:spcBef>
                <a:spcPts val="630"/>
              </a:spcBef>
              <a:buFont typeface="Arial MT"/>
              <a:buChar char="•"/>
              <a:tabLst>
                <a:tab pos="684530" algn="l"/>
              </a:tabLst>
            </a:pPr>
            <a:r>
              <a:rPr sz="1200" dirty="0">
                <a:latin typeface="Times New Roman"/>
                <a:cs typeface="Times New Roman"/>
              </a:rPr>
              <a:t>images</a:t>
            </a:r>
            <a:r>
              <a:rPr sz="1200" spc="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Wingdings"/>
                <a:cs typeface="Wingdings"/>
              </a:rPr>
              <a:t>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simpan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gambar</a:t>
            </a:r>
            <a:endParaRPr sz="1200">
              <a:latin typeface="Times New Roman"/>
              <a:cs typeface="Times New Roman"/>
            </a:endParaRPr>
          </a:p>
          <a:p>
            <a:pPr marL="642620" lvl="2" indent="-173355">
              <a:lnSpc>
                <a:spcPct val="100000"/>
              </a:lnSpc>
              <a:spcBef>
                <a:spcPts val="640"/>
              </a:spcBef>
              <a:buFont typeface="Arial MT"/>
              <a:buChar char="•"/>
              <a:tabLst>
                <a:tab pos="642620" algn="l"/>
              </a:tabLst>
            </a:pPr>
            <a:r>
              <a:rPr sz="1200" dirty="0">
                <a:latin typeface="Times New Roman"/>
                <a:cs typeface="Times New Roman"/>
              </a:rPr>
              <a:t>css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Wingdings"/>
                <a:cs typeface="Wingdings"/>
              </a:rPr>
              <a:t></a:t>
            </a:r>
            <a:r>
              <a:rPr sz="1200" spc="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simpan</a:t>
            </a:r>
            <a:r>
              <a:rPr sz="1200" spc="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5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css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50875" y="1082674"/>
            <a:ext cx="5230495" cy="7558405"/>
          </a:xfrm>
          <a:custGeom>
            <a:avLst/>
            <a:gdLst/>
            <a:ahLst/>
            <a:cxnLst/>
            <a:rect l="l" t="t" r="r" b="b"/>
            <a:pathLst>
              <a:path w="5230495" h="7558405">
                <a:moveTo>
                  <a:pt x="5230495" y="0"/>
                </a:moveTo>
                <a:lnTo>
                  <a:pt x="0" y="0"/>
                </a:lnTo>
                <a:lnTo>
                  <a:pt x="0" y="7558405"/>
                </a:lnTo>
                <a:lnTo>
                  <a:pt x="5230495" y="7558405"/>
                </a:lnTo>
                <a:lnTo>
                  <a:pt x="5230495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60437" y="490219"/>
            <a:ext cx="3977640" cy="7753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8945" marR="5080" indent="-228600">
              <a:lnSpc>
                <a:spcPct val="1431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c.</a:t>
            </a:r>
            <a:r>
              <a:rPr sz="1200" spc="150" dirty="0">
                <a:latin typeface="Times New Roman"/>
                <a:cs typeface="Times New Roman"/>
              </a:rPr>
              <a:t>  </a:t>
            </a:r>
            <a:r>
              <a:rPr sz="1200" dirty="0">
                <a:latin typeface="Times New Roman"/>
                <a:cs typeface="Times New Roman"/>
              </a:rPr>
              <a:t>Buka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editor,</a:t>
            </a:r>
            <a:r>
              <a:rPr sz="1200" spc="-1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salin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script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css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berikut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: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simpan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folder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25" dirty="0">
                <a:latin typeface="Times New Roman"/>
                <a:cs typeface="Times New Roman"/>
              </a:rPr>
              <a:t>css </a:t>
            </a:r>
            <a:r>
              <a:rPr sz="1200" dirty="0">
                <a:latin typeface="Times New Roman"/>
                <a:cs typeface="Times New Roman"/>
              </a:rPr>
              <a:t>dengan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nama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style.css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sz="1000" spc="-25" dirty="0">
                <a:solidFill>
                  <a:srgbClr val="0000FF"/>
                </a:solidFill>
                <a:latin typeface="Courier New"/>
                <a:cs typeface="Courier New"/>
              </a:rPr>
              <a:t>*</a:t>
            </a:r>
            <a:r>
              <a:rPr sz="1000" b="1" spc="-25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265174" y="1243583"/>
            <a:ext cx="787400" cy="46545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243204">
              <a:lnSpc>
                <a:spcPts val="1130"/>
              </a:lnSpc>
              <a:spcBef>
                <a:spcPts val="195"/>
              </a:spcBef>
            </a:pPr>
            <a:r>
              <a:rPr sz="1000" b="1" spc="-25" dirty="0">
                <a:solidFill>
                  <a:srgbClr val="8080C0"/>
                </a:solidFill>
                <a:latin typeface="Courier New"/>
                <a:cs typeface="Courier New"/>
              </a:rPr>
              <a:t>padding </a:t>
            </a: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margin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5"/>
              </a:lnSpc>
            </a:pP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box-sizing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70810" y="1243583"/>
            <a:ext cx="1002665" cy="4654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955">
              <a:lnSpc>
                <a:spcPts val="1165"/>
              </a:lnSpc>
              <a:spcBef>
                <a:spcPts val="100"/>
              </a:spcBef>
            </a:pP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25" dirty="0">
                <a:latin typeface="Courier New"/>
                <a:cs typeface="Courier New"/>
              </a:rPr>
              <a:t>0;</a:t>
            </a:r>
            <a:endParaRPr sz="1000">
              <a:latin typeface="Courier New"/>
              <a:cs typeface="Courier New"/>
            </a:endParaRPr>
          </a:p>
          <a:p>
            <a:pPr marL="20955">
              <a:lnSpc>
                <a:spcPts val="1130"/>
              </a:lnSpc>
            </a:pP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25" dirty="0">
                <a:latin typeface="Courier New"/>
                <a:cs typeface="Courier New"/>
              </a:rPr>
              <a:t>0;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5"/>
              </a:lnSpc>
            </a:pP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border-</a:t>
            </a:r>
            <a:r>
              <a:rPr sz="1000" b="1" spc="-20" dirty="0">
                <a:latin typeface="Courier New"/>
                <a:cs typeface="Courier New"/>
              </a:rPr>
              <a:t>box;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60437" y="1674241"/>
            <a:ext cx="3437254" cy="17500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65"/>
              </a:lnSpc>
              <a:spcBef>
                <a:spcPts val="100"/>
              </a:spcBef>
            </a:pPr>
            <a:r>
              <a:rPr sz="1000" b="1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spc="-10" dirty="0">
                <a:solidFill>
                  <a:srgbClr val="0000FF"/>
                </a:solidFill>
                <a:latin typeface="Courier New"/>
                <a:cs typeface="Courier New"/>
              </a:rPr>
              <a:t>body</a:t>
            </a:r>
            <a:r>
              <a:rPr sz="1000" b="1" spc="-1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316865">
              <a:lnSpc>
                <a:spcPts val="1095"/>
              </a:lnSpc>
              <a:tabLst>
                <a:tab pos="1231900" algn="l"/>
              </a:tabLst>
            </a:pPr>
            <a:r>
              <a:rPr sz="1000" spc="-10" dirty="0">
                <a:latin typeface="Courier New"/>
                <a:cs typeface="Courier New"/>
              </a:rPr>
              <a:t>backgroud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#dedede;</a:t>
            </a:r>
            <a:endParaRPr sz="1000">
              <a:latin typeface="Courier New"/>
              <a:cs typeface="Courier New"/>
            </a:endParaRPr>
          </a:p>
          <a:p>
            <a:pPr marL="316865" marR="5080">
              <a:lnSpc>
                <a:spcPts val="1140"/>
              </a:lnSpc>
              <a:spcBef>
                <a:spcPts val="15"/>
              </a:spcBef>
              <a:tabLst>
                <a:tab pos="1536700" algn="l"/>
              </a:tabLst>
            </a:pP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font-</a:t>
            </a: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family</a:t>
            </a:r>
            <a:r>
              <a:rPr sz="1000" b="1" spc="-15" dirty="0">
                <a:solidFill>
                  <a:srgbClr val="8080C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2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'Verdana'</a:t>
            </a:r>
            <a:r>
              <a:rPr sz="1000" b="1" spc="-10" dirty="0">
                <a:latin typeface="Courier New"/>
                <a:cs typeface="Courier New"/>
              </a:rPr>
              <a:t>,arial,sans-serif; </a:t>
            </a:r>
            <a:r>
              <a:rPr sz="1000" b="1" spc="-20" dirty="0">
                <a:solidFill>
                  <a:srgbClr val="8080C0"/>
                </a:solidFill>
                <a:latin typeface="Courier New"/>
                <a:cs typeface="Courier New"/>
              </a:rPr>
              <a:t>font-size</a:t>
            </a: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	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15px;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45"/>
              </a:lnSpc>
            </a:pPr>
            <a:r>
              <a:rPr sz="1000" b="1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095"/>
              </a:lnSpc>
            </a:pPr>
            <a:r>
              <a:rPr sz="1000" spc="-25" dirty="0">
                <a:solidFill>
                  <a:srgbClr val="0000FF"/>
                </a:solidFill>
                <a:latin typeface="Courier New"/>
                <a:cs typeface="Courier New"/>
              </a:rPr>
              <a:t>p</a:t>
            </a:r>
            <a:r>
              <a:rPr sz="1000" b="1" spc="-25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316865" marR="1377950">
              <a:lnSpc>
                <a:spcPts val="1130"/>
              </a:lnSpc>
              <a:spcBef>
                <a:spcPts val="25"/>
              </a:spcBef>
              <a:tabLst>
                <a:tab pos="1536700" algn="l"/>
              </a:tabLst>
            </a:pPr>
            <a:r>
              <a:rPr sz="1000" b="1" spc="-20" dirty="0">
                <a:solidFill>
                  <a:srgbClr val="8080C0"/>
                </a:solidFill>
                <a:latin typeface="Courier New"/>
                <a:cs typeface="Courier New"/>
              </a:rPr>
              <a:t>margin-</a:t>
            </a: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bottom</a:t>
            </a: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	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15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20px; </a:t>
            </a: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line-</a:t>
            </a: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height</a:t>
            </a:r>
            <a:r>
              <a:rPr sz="1000" b="1" spc="-5" dirty="0">
                <a:solidFill>
                  <a:srgbClr val="8080C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: </a:t>
            </a:r>
            <a:r>
              <a:rPr sz="1000" b="1" spc="-10" dirty="0">
                <a:latin typeface="Courier New"/>
                <a:cs typeface="Courier New"/>
              </a:rPr>
              <a:t>1.5em;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15"/>
              </a:lnSpc>
            </a:pPr>
            <a:r>
              <a:rPr sz="1000" b="1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60"/>
              </a:spcBef>
            </a:pPr>
            <a:r>
              <a:rPr sz="1000" spc="-25" dirty="0">
                <a:solidFill>
                  <a:srgbClr val="0000FF"/>
                </a:solidFill>
                <a:latin typeface="Courier New"/>
                <a:cs typeface="Courier New"/>
              </a:rPr>
              <a:t>h3</a:t>
            </a:r>
            <a:r>
              <a:rPr sz="1000" b="1" spc="-25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65174" y="3400171"/>
            <a:ext cx="1000125" cy="32194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1130"/>
              </a:lnSpc>
              <a:spcBef>
                <a:spcPts val="195"/>
              </a:spcBef>
            </a:pPr>
            <a:r>
              <a:rPr sz="1000" b="1" spc="-20" dirty="0">
                <a:solidFill>
                  <a:srgbClr val="8080C0"/>
                </a:solidFill>
                <a:latin typeface="Courier New"/>
                <a:cs typeface="Courier New"/>
              </a:rPr>
              <a:t>margin-bottom border-bottom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84754" y="3400171"/>
            <a:ext cx="1306830" cy="321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65"/>
              </a:lnSpc>
              <a:spcBef>
                <a:spcPts val="100"/>
              </a:spcBef>
            </a:pP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20px;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5"/>
              </a:lnSpc>
            </a:pP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35" dirty="0"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1px</a:t>
            </a:r>
            <a:r>
              <a:rPr sz="1000" b="1" spc="-35" dirty="0"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solid</a:t>
            </a:r>
            <a:r>
              <a:rPr sz="1000" b="1" spc="-3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#aaa;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960437" y="3678554"/>
            <a:ext cx="2064385" cy="1473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70"/>
              </a:lnSpc>
              <a:spcBef>
                <a:spcPts val="1060"/>
              </a:spcBef>
            </a:pPr>
            <a:r>
              <a:rPr sz="1000" spc="-25" dirty="0">
                <a:solidFill>
                  <a:srgbClr val="0000FF"/>
                </a:solidFill>
                <a:latin typeface="Courier New"/>
                <a:cs typeface="Courier New"/>
              </a:rPr>
              <a:t>a</a:t>
            </a:r>
            <a:r>
              <a:rPr sz="1000" b="1" spc="-25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316865" marR="5080">
              <a:lnSpc>
                <a:spcPts val="1140"/>
              </a:lnSpc>
              <a:spcBef>
                <a:spcPts val="55"/>
              </a:spcBef>
              <a:tabLst>
                <a:tab pos="1231900" algn="l"/>
              </a:tabLst>
            </a:pP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text-</a:t>
            </a: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decoration</a:t>
            </a:r>
            <a:r>
              <a:rPr sz="1000" b="1" spc="-80" dirty="0">
                <a:solidFill>
                  <a:srgbClr val="8080C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90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none; </a:t>
            </a: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color</a:t>
            </a: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	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#333;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b="1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1050"/>
              </a:spcBef>
            </a:pPr>
            <a:r>
              <a:rPr sz="1000" spc="-10" dirty="0">
                <a:solidFill>
                  <a:srgbClr val="0000FF"/>
                </a:solidFill>
                <a:latin typeface="Courier New"/>
                <a:cs typeface="Courier New"/>
              </a:rPr>
              <a:t>a</a:t>
            </a:r>
            <a:r>
              <a:rPr sz="1000" b="1" spc="-10" dirty="0">
                <a:latin typeface="Courier New"/>
                <a:cs typeface="Courier New"/>
              </a:rPr>
              <a:t>:</a:t>
            </a:r>
            <a:r>
              <a:rPr sz="1000" b="1" spc="-10" dirty="0">
                <a:solidFill>
                  <a:srgbClr val="FF8000"/>
                </a:solidFill>
                <a:latin typeface="Courier New"/>
                <a:cs typeface="Courier New"/>
              </a:rPr>
              <a:t>hover</a:t>
            </a:r>
            <a:r>
              <a:rPr sz="1000" b="1" spc="-1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316865">
              <a:lnSpc>
                <a:spcPts val="1130"/>
              </a:lnSpc>
              <a:spcBef>
                <a:spcPts val="20"/>
              </a:spcBef>
              <a:tabLst>
                <a:tab pos="927100" algn="l"/>
              </a:tabLst>
            </a:pP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color</a:t>
            </a: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	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#666;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b="1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154301" y="5404484"/>
            <a:ext cx="1022985" cy="753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1165"/>
              </a:lnSpc>
              <a:spcBef>
                <a:spcPts val="100"/>
              </a:spcBef>
            </a:pP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1080px;</a:t>
            </a:r>
            <a:endParaRPr sz="1000">
              <a:latin typeface="Courier New"/>
              <a:cs typeface="Courier New"/>
            </a:endParaRPr>
          </a:p>
          <a:p>
            <a:pPr marL="38100">
              <a:lnSpc>
                <a:spcPts val="1135"/>
              </a:lnSpc>
            </a:pP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20px</a:t>
            </a:r>
            <a:r>
              <a:rPr sz="1000" b="1" spc="-10" dirty="0">
                <a:latin typeface="Courier New"/>
                <a:cs typeface="Courier New"/>
              </a:rPr>
              <a:t> auto;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5"/>
              </a:lnSpc>
            </a:pP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#fff;</a:t>
            </a:r>
            <a:endParaRPr sz="1000">
              <a:latin typeface="Courier New"/>
              <a:cs typeface="Courier New"/>
            </a:endParaRPr>
          </a:p>
          <a:p>
            <a:pPr marL="342900">
              <a:lnSpc>
                <a:spcPts val="1130"/>
              </a:lnSpc>
            </a:pP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15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hidden;</a:t>
            </a:r>
            <a:endParaRPr sz="1000">
              <a:latin typeface="Courier New"/>
              <a:cs typeface="Courier New"/>
            </a:endParaRPr>
          </a:p>
          <a:p>
            <a:pPr marL="38100">
              <a:lnSpc>
                <a:spcPts val="1165"/>
              </a:lnSpc>
            </a:pP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10px;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0437" y="5271134"/>
            <a:ext cx="1092200" cy="10318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25"/>
              </a:lnSpc>
              <a:spcBef>
                <a:spcPts val="100"/>
              </a:spcBef>
            </a:pPr>
            <a:r>
              <a:rPr sz="1000" b="1" spc="-10" dirty="0">
                <a:latin typeface="Courier New"/>
                <a:cs typeface="Courier New"/>
              </a:rPr>
              <a:t>.</a:t>
            </a:r>
            <a:r>
              <a:rPr sz="1000" spc="-10" dirty="0">
                <a:solidFill>
                  <a:srgbClr val="FF0000"/>
                </a:solidFill>
                <a:latin typeface="Courier New"/>
                <a:cs typeface="Courier New"/>
              </a:rPr>
              <a:t>container</a:t>
            </a:r>
            <a:r>
              <a:rPr sz="1000" b="1" spc="-1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316865" marR="92710">
              <a:lnSpc>
                <a:spcPts val="1130"/>
              </a:lnSpc>
              <a:spcBef>
                <a:spcPts val="20"/>
              </a:spcBef>
            </a:pPr>
            <a:r>
              <a:rPr sz="1000" b="1" spc="-15" dirty="0">
                <a:solidFill>
                  <a:srgbClr val="8080C0"/>
                </a:solidFill>
                <a:latin typeface="Courier New"/>
                <a:cs typeface="Courier New"/>
              </a:rPr>
              <a:t>max-</a:t>
            </a:r>
            <a:r>
              <a:rPr sz="1000" b="1" spc="-20" dirty="0">
                <a:solidFill>
                  <a:srgbClr val="8080C0"/>
                </a:solidFill>
                <a:latin typeface="Courier New"/>
                <a:cs typeface="Courier New"/>
              </a:rPr>
              <a:t>width </a:t>
            </a: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margin</a:t>
            </a:r>
            <a:endParaRPr sz="1000">
              <a:latin typeface="Courier New"/>
              <a:cs typeface="Courier New"/>
            </a:endParaRPr>
          </a:p>
          <a:p>
            <a:pPr marL="316865" marR="5080">
              <a:lnSpc>
                <a:spcPts val="1130"/>
              </a:lnSpc>
              <a:spcBef>
                <a:spcPts val="10"/>
              </a:spcBef>
            </a:pP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background overflow padding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15"/>
              </a:lnSpc>
            </a:pPr>
            <a:r>
              <a:rPr sz="1000" b="1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54301" y="6556756"/>
            <a:ext cx="1556385" cy="609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ts val="1170"/>
              </a:lnSpc>
              <a:spcBef>
                <a:spcPts val="100"/>
              </a:spcBef>
            </a:pP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65" dirty="0"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1px</a:t>
            </a:r>
            <a:r>
              <a:rPr sz="1000" b="1" spc="-60" dirty="0"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solid</a:t>
            </a:r>
            <a:r>
              <a:rPr sz="1000" b="1" spc="-6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#dedede;</a:t>
            </a:r>
            <a:endParaRPr sz="1000">
              <a:latin typeface="Courier New"/>
              <a:cs typeface="Courier New"/>
            </a:endParaRPr>
          </a:p>
          <a:p>
            <a:pPr marL="38100">
              <a:lnSpc>
                <a:spcPts val="1135"/>
              </a:lnSpc>
            </a:pP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10px;</a:t>
            </a:r>
            <a:endParaRPr sz="1000">
              <a:latin typeface="Courier New"/>
              <a:cs typeface="Courier New"/>
            </a:endParaRPr>
          </a:p>
          <a:p>
            <a:pPr marL="38100">
              <a:lnSpc>
                <a:spcPts val="1130"/>
              </a:lnSpc>
            </a:pP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10px;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5"/>
              </a:lnSpc>
            </a:pP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5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#9E9AFB;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60437" y="6411848"/>
            <a:ext cx="1092200" cy="90931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70"/>
              </a:lnSpc>
              <a:spcBef>
                <a:spcPts val="100"/>
              </a:spcBef>
            </a:pPr>
            <a:r>
              <a:rPr sz="1000" b="1" spc="-10" dirty="0">
                <a:latin typeface="Courier New"/>
                <a:cs typeface="Courier New"/>
              </a:rPr>
              <a:t>.</a:t>
            </a:r>
            <a:r>
              <a:rPr sz="1000" spc="-10" dirty="0">
                <a:solidFill>
                  <a:srgbClr val="FF0000"/>
                </a:solidFill>
                <a:latin typeface="Courier New"/>
                <a:cs typeface="Courier New"/>
              </a:rPr>
              <a:t>header</a:t>
            </a:r>
            <a:r>
              <a:rPr sz="1000" b="1" spc="-1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316865" marR="5080">
              <a:lnSpc>
                <a:spcPct val="94400"/>
              </a:lnSpc>
              <a:spcBef>
                <a:spcPts val="35"/>
              </a:spcBef>
            </a:pP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border padding margin background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20"/>
              </a:spcBef>
            </a:pPr>
            <a:r>
              <a:rPr sz="1000" b="1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484754" y="7718742"/>
            <a:ext cx="1530350" cy="7524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25"/>
              </a:lnSpc>
              <a:spcBef>
                <a:spcPts val="100"/>
              </a:spcBef>
            </a:pP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250px;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090"/>
              </a:lnSpc>
            </a:pP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65" dirty="0"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1px</a:t>
            </a:r>
            <a:r>
              <a:rPr sz="1000" b="1" spc="-65" dirty="0"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solid</a:t>
            </a:r>
            <a:r>
              <a:rPr sz="1000" b="1" spc="-6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#dedede;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5"/>
              </a:lnSpc>
            </a:pP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10px;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5"/>
              </a:lnSpc>
              <a:spcBef>
                <a:spcPts val="10"/>
              </a:spcBef>
            </a:pP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10px;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5"/>
              </a:lnSpc>
            </a:pP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left;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78217" y="7430452"/>
            <a:ext cx="1141730" cy="11741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372110" algn="r">
              <a:lnSpc>
                <a:spcPts val="1165"/>
              </a:lnSpc>
              <a:spcBef>
                <a:spcPts val="100"/>
              </a:spcBef>
            </a:pPr>
            <a:r>
              <a:rPr sz="1000" dirty="0">
                <a:solidFill>
                  <a:srgbClr val="008000"/>
                </a:solidFill>
                <a:latin typeface="Courier New"/>
                <a:cs typeface="Courier New"/>
              </a:rPr>
              <a:t>/*</a:t>
            </a:r>
            <a:r>
              <a:rPr sz="1000" spc="-3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8000"/>
                </a:solidFill>
                <a:latin typeface="Courier New"/>
                <a:cs typeface="Courier New"/>
              </a:rPr>
              <a:t>main</a:t>
            </a:r>
            <a:r>
              <a:rPr sz="1000" spc="-3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008000"/>
                </a:solidFill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R="368935" algn="r">
              <a:lnSpc>
                <a:spcPts val="1135"/>
              </a:lnSpc>
            </a:pPr>
            <a:r>
              <a:rPr sz="1000" b="1" spc="-10" dirty="0">
                <a:latin typeface="Courier New"/>
                <a:cs typeface="Courier New"/>
              </a:rPr>
              <a:t>.</a:t>
            </a:r>
            <a:r>
              <a:rPr sz="1000" spc="-10" dirty="0">
                <a:solidFill>
                  <a:srgbClr val="FF0000"/>
                </a:solidFill>
                <a:latin typeface="Courier New"/>
                <a:cs typeface="Courier New"/>
              </a:rPr>
              <a:t>left</a:t>
            </a:r>
            <a:r>
              <a:rPr sz="1000" b="1" spc="-1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603885" marR="5080">
              <a:lnSpc>
                <a:spcPct val="94200"/>
              </a:lnSpc>
              <a:spcBef>
                <a:spcPts val="40"/>
              </a:spcBef>
            </a:pP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width border </a:t>
            </a:r>
            <a:r>
              <a:rPr sz="1000" b="1" spc="-15" dirty="0">
                <a:solidFill>
                  <a:srgbClr val="8080C0"/>
                </a:solidFill>
                <a:latin typeface="Courier New"/>
                <a:cs typeface="Courier New"/>
              </a:rPr>
              <a:t>padding </a:t>
            </a: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margin float</a:t>
            </a:r>
            <a:endParaRPr sz="1000">
              <a:latin typeface="Courier New"/>
              <a:cs typeface="Courier New"/>
            </a:endParaRPr>
          </a:p>
          <a:p>
            <a:pPr marL="299085">
              <a:lnSpc>
                <a:spcPts val="1050"/>
              </a:lnSpc>
            </a:pPr>
            <a:r>
              <a:rPr sz="1000" b="1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86765" y="542925"/>
            <a:ext cx="5335270" cy="8098155"/>
          </a:xfrm>
          <a:custGeom>
            <a:avLst/>
            <a:gdLst/>
            <a:ahLst/>
            <a:cxnLst/>
            <a:rect l="l" t="t" r="r" b="b"/>
            <a:pathLst>
              <a:path w="5335270" h="8098155">
                <a:moveTo>
                  <a:pt x="5335143" y="0"/>
                </a:moveTo>
                <a:lnTo>
                  <a:pt x="0" y="0"/>
                </a:lnTo>
                <a:lnTo>
                  <a:pt x="0" y="8098152"/>
                </a:lnTo>
                <a:lnTo>
                  <a:pt x="5335143" y="8098154"/>
                </a:lnTo>
                <a:lnTo>
                  <a:pt x="5335143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04277" y="547369"/>
            <a:ext cx="3554095" cy="29229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1809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latin typeface="Courier New"/>
                <a:cs typeface="Courier New"/>
              </a:rPr>
              <a:t>.</a:t>
            </a:r>
            <a:r>
              <a:rPr sz="1000" dirty="0">
                <a:solidFill>
                  <a:srgbClr val="FF0000"/>
                </a:solidFill>
                <a:latin typeface="Courier New"/>
                <a:cs typeface="Courier New"/>
              </a:rPr>
              <a:t>left</a:t>
            </a:r>
            <a:r>
              <a:rPr sz="1000" spc="-3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FF"/>
                </a:solidFill>
                <a:latin typeface="Courier New"/>
                <a:cs typeface="Courier New"/>
              </a:rPr>
              <a:t>ul</a:t>
            </a:r>
            <a:r>
              <a:rPr sz="1000" spc="-3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FF"/>
                </a:solidFill>
                <a:latin typeface="Courier New"/>
                <a:cs typeface="Courier New"/>
              </a:rPr>
              <a:t>li</a:t>
            </a:r>
            <a:r>
              <a:rPr sz="1000" spc="-2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0000FF"/>
                </a:solidFill>
                <a:latin typeface="Courier New"/>
                <a:cs typeface="Courier New"/>
              </a:rPr>
              <a:t>a</a:t>
            </a:r>
            <a:r>
              <a:rPr sz="1000" b="1" spc="-25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816610">
              <a:lnSpc>
                <a:spcPts val="1125"/>
              </a:lnSpc>
              <a:spcBef>
                <a:spcPts val="30"/>
              </a:spcBef>
              <a:tabLst>
                <a:tab pos="1731010" algn="l"/>
              </a:tabLst>
            </a:pP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display</a:t>
            </a: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	</a:t>
            </a:r>
            <a:r>
              <a:rPr sz="1000" b="1" spc="-10" dirty="0">
                <a:latin typeface="Courier New"/>
                <a:cs typeface="Courier New"/>
              </a:rPr>
              <a:t>:block;</a:t>
            </a:r>
            <a:endParaRPr sz="1000">
              <a:latin typeface="Courier New"/>
              <a:cs typeface="Courier New"/>
            </a:endParaRPr>
          </a:p>
          <a:p>
            <a:pPr marL="816610" marR="5080">
              <a:lnSpc>
                <a:spcPts val="1130"/>
              </a:lnSpc>
              <a:spcBef>
                <a:spcPts val="20"/>
              </a:spcBef>
              <a:tabLst>
                <a:tab pos="2035810" algn="l"/>
              </a:tabLst>
            </a:pPr>
            <a:r>
              <a:rPr sz="1000" b="1" spc="-20" dirty="0">
                <a:solidFill>
                  <a:srgbClr val="8080C0"/>
                </a:solidFill>
                <a:latin typeface="Courier New"/>
                <a:cs typeface="Courier New"/>
              </a:rPr>
              <a:t>border-</a:t>
            </a: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bottom</a:t>
            </a: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	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75" dirty="0"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1px</a:t>
            </a:r>
            <a:r>
              <a:rPr sz="1000" b="1" spc="-65" dirty="0"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solid</a:t>
            </a:r>
            <a:r>
              <a:rPr sz="1000" b="1" spc="-60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#dedede; </a:t>
            </a:r>
            <a:r>
              <a:rPr sz="1000" b="1" spc="-20" dirty="0">
                <a:solidFill>
                  <a:srgbClr val="8080C0"/>
                </a:solidFill>
                <a:latin typeface="Courier New"/>
                <a:cs typeface="Courier New"/>
              </a:rPr>
              <a:t>margin-</a:t>
            </a: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bottom</a:t>
            </a: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	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10px;</a:t>
            </a:r>
            <a:endParaRPr sz="1000">
              <a:latin typeface="Courier New"/>
              <a:cs typeface="Courier New"/>
            </a:endParaRPr>
          </a:p>
          <a:p>
            <a:pPr marL="816610">
              <a:lnSpc>
                <a:spcPts val="1150"/>
              </a:lnSpc>
              <a:tabLst>
                <a:tab pos="1731010" algn="l"/>
              </a:tabLst>
            </a:pP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padding</a:t>
            </a: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	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45" dirty="0"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10px</a:t>
            </a:r>
            <a:r>
              <a:rPr sz="1000" b="1" spc="-30" dirty="0">
                <a:latin typeface="Courier New"/>
                <a:cs typeface="Courier New"/>
              </a:rPr>
              <a:t> </a:t>
            </a:r>
            <a:r>
              <a:rPr sz="1000" b="1" spc="-20" dirty="0">
                <a:latin typeface="Courier New"/>
                <a:cs typeface="Courier New"/>
              </a:rPr>
              <a:t>5px;</a:t>
            </a:r>
            <a:endParaRPr sz="1000">
              <a:latin typeface="Courier New"/>
              <a:cs typeface="Courier New"/>
            </a:endParaRPr>
          </a:p>
          <a:p>
            <a:pPr marL="816610">
              <a:lnSpc>
                <a:spcPts val="1090"/>
              </a:lnSpc>
              <a:tabLst>
                <a:tab pos="1725930" algn="l"/>
              </a:tabLst>
            </a:pPr>
            <a:r>
              <a:rPr sz="1000" spc="-10" dirty="0">
                <a:latin typeface="Courier New"/>
                <a:cs typeface="Courier New"/>
              </a:rPr>
              <a:t>font-color</a:t>
            </a:r>
            <a:r>
              <a:rPr sz="1000" dirty="0">
                <a:latin typeface="Courier New"/>
                <a:cs typeface="Courier New"/>
              </a:rPr>
              <a:t>	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3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#D3D2ED;</a:t>
            </a:r>
            <a:endParaRPr sz="1000">
              <a:latin typeface="Courier New"/>
              <a:cs typeface="Courier New"/>
            </a:endParaRPr>
          </a:p>
          <a:p>
            <a:pPr marL="511809">
              <a:lnSpc>
                <a:spcPts val="1125"/>
              </a:lnSpc>
            </a:pPr>
            <a:r>
              <a:rPr sz="1000" b="1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0">
              <a:latin typeface="Courier New"/>
              <a:cs typeface="Courier New"/>
            </a:endParaRPr>
          </a:p>
          <a:p>
            <a:pPr marL="816610" marR="1527810" indent="-304800">
              <a:lnSpc>
                <a:spcPts val="1140"/>
              </a:lnSpc>
            </a:pPr>
            <a:r>
              <a:rPr sz="1000" b="1" dirty="0">
                <a:latin typeface="Courier New"/>
                <a:cs typeface="Courier New"/>
              </a:rPr>
              <a:t>.</a:t>
            </a:r>
            <a:r>
              <a:rPr sz="1000" dirty="0">
                <a:solidFill>
                  <a:srgbClr val="FF0000"/>
                </a:solidFill>
                <a:latin typeface="Courier New"/>
                <a:cs typeface="Courier New"/>
              </a:rPr>
              <a:t>left</a:t>
            </a:r>
            <a:r>
              <a:rPr sz="1000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FF"/>
                </a:solidFill>
                <a:latin typeface="Courier New"/>
                <a:cs typeface="Courier New"/>
              </a:rPr>
              <a:t>ul</a:t>
            </a:r>
            <a:r>
              <a:rPr sz="1000" spc="-6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FF"/>
                </a:solidFill>
                <a:latin typeface="Courier New"/>
                <a:cs typeface="Courier New"/>
              </a:rPr>
              <a:t>li</a:t>
            </a:r>
            <a:r>
              <a:rPr sz="1000" spc="-6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Courier New"/>
                <a:cs typeface="Courier New"/>
              </a:rPr>
              <a:t>a</a:t>
            </a:r>
            <a:r>
              <a:rPr sz="1000" b="1" spc="-10" dirty="0">
                <a:latin typeface="Courier New"/>
                <a:cs typeface="Courier New"/>
              </a:rPr>
              <a:t>:</a:t>
            </a:r>
            <a:r>
              <a:rPr sz="1000" b="1" spc="-10" dirty="0">
                <a:solidFill>
                  <a:srgbClr val="FF8000"/>
                </a:solidFill>
                <a:latin typeface="Courier New"/>
                <a:cs typeface="Courier New"/>
              </a:rPr>
              <a:t>hover</a:t>
            </a:r>
            <a:r>
              <a:rPr sz="1000" b="1" spc="-10" dirty="0">
                <a:latin typeface="Courier New"/>
                <a:cs typeface="Courier New"/>
              </a:rPr>
              <a:t>{ </a:t>
            </a: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color</a:t>
            </a:r>
            <a:r>
              <a:rPr sz="1000" b="1" spc="-10" dirty="0">
                <a:latin typeface="Courier New"/>
                <a:cs typeface="Courier New"/>
              </a:rPr>
              <a:t>:#461AF3;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0"/>
              </a:lnSpc>
            </a:pPr>
            <a:r>
              <a:rPr sz="1000" b="1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000">
              <a:latin typeface="Courier New"/>
              <a:cs typeface="Courier New"/>
            </a:endParaRPr>
          </a:p>
          <a:p>
            <a:pPr marL="206375">
              <a:lnSpc>
                <a:spcPts val="1170"/>
              </a:lnSpc>
            </a:pPr>
            <a:r>
              <a:rPr sz="1000" b="1" spc="-10" dirty="0">
                <a:latin typeface="Courier New"/>
                <a:cs typeface="Courier New"/>
              </a:rPr>
              <a:t>.</a:t>
            </a:r>
            <a:r>
              <a:rPr sz="1000" spc="-10" dirty="0">
                <a:solidFill>
                  <a:srgbClr val="FF0000"/>
                </a:solidFill>
                <a:latin typeface="Courier New"/>
                <a:cs typeface="Courier New"/>
              </a:rPr>
              <a:t>middle</a:t>
            </a:r>
            <a:r>
              <a:rPr sz="1000" b="1" spc="-1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511809">
              <a:lnSpc>
                <a:spcPts val="1095"/>
              </a:lnSpc>
              <a:tabLst>
                <a:tab pos="1121410" algn="l"/>
              </a:tabLst>
            </a:pP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width</a:t>
            </a: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	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10" dirty="0">
                <a:latin typeface="Courier New"/>
                <a:cs typeface="Courier New"/>
              </a:rPr>
              <a:t> 500px;</a:t>
            </a:r>
            <a:endParaRPr sz="1000">
              <a:latin typeface="Courier New"/>
              <a:cs typeface="Courier New"/>
            </a:endParaRPr>
          </a:p>
          <a:p>
            <a:pPr marL="511809" marR="937260">
              <a:lnSpc>
                <a:spcPts val="1140"/>
              </a:lnSpc>
              <a:spcBef>
                <a:spcPts val="15"/>
              </a:spcBef>
            </a:pP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border</a:t>
            </a:r>
            <a:r>
              <a:rPr sz="1000" b="1" spc="370" dirty="0">
                <a:solidFill>
                  <a:srgbClr val="8080C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45" dirty="0"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1px</a:t>
            </a:r>
            <a:r>
              <a:rPr sz="1000" b="1" spc="-40" dirty="0"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solid</a:t>
            </a:r>
            <a:r>
              <a:rPr sz="1000" b="1" spc="-4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#dedede; </a:t>
            </a: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padding</a:t>
            </a:r>
            <a:r>
              <a:rPr sz="1000" b="1" spc="-20" dirty="0">
                <a:solidFill>
                  <a:srgbClr val="8080C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20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10px;</a:t>
            </a:r>
            <a:endParaRPr sz="1000">
              <a:latin typeface="Courier New"/>
              <a:cs typeface="Courier New"/>
            </a:endParaRPr>
          </a:p>
          <a:p>
            <a:pPr marL="511809">
              <a:lnSpc>
                <a:spcPts val="1065"/>
              </a:lnSpc>
            </a:pP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margin</a:t>
            </a:r>
            <a:r>
              <a:rPr sz="1000" b="1" spc="375" dirty="0">
                <a:solidFill>
                  <a:srgbClr val="8080C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60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10px;</a:t>
            </a:r>
            <a:endParaRPr sz="1000">
              <a:latin typeface="Courier New"/>
              <a:cs typeface="Courier New"/>
            </a:endParaRPr>
          </a:p>
          <a:p>
            <a:pPr marL="511809">
              <a:lnSpc>
                <a:spcPts val="1165"/>
              </a:lnSpc>
              <a:tabLst>
                <a:tab pos="1121410" algn="l"/>
              </a:tabLst>
            </a:pP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float</a:t>
            </a: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	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10" dirty="0">
                <a:latin typeface="Courier New"/>
                <a:cs typeface="Courier New"/>
              </a:rPr>
              <a:t> left;</a:t>
            </a:r>
            <a:endParaRPr sz="1000">
              <a:latin typeface="Courier New"/>
              <a:cs typeface="Courier New"/>
            </a:endParaRPr>
          </a:p>
          <a:p>
            <a:pPr marL="206375">
              <a:lnSpc>
                <a:spcPts val="1165"/>
              </a:lnSpc>
              <a:spcBef>
                <a:spcPts val="10"/>
              </a:spcBef>
            </a:pPr>
            <a:r>
              <a:rPr sz="1000" b="1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511809">
              <a:lnSpc>
                <a:spcPts val="1165"/>
              </a:lnSpc>
            </a:pPr>
            <a:r>
              <a:rPr sz="1000" b="1" dirty="0">
                <a:latin typeface="Courier New"/>
                <a:cs typeface="Courier New"/>
              </a:rPr>
              <a:t>.</a:t>
            </a:r>
            <a:r>
              <a:rPr sz="1000" dirty="0">
                <a:solidFill>
                  <a:srgbClr val="FF0000"/>
                </a:solidFill>
                <a:latin typeface="Courier New"/>
                <a:cs typeface="Courier New"/>
              </a:rPr>
              <a:t>middle</a:t>
            </a:r>
            <a:r>
              <a:rPr sz="1000" spc="-7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000" spc="-20" dirty="0">
                <a:solidFill>
                  <a:srgbClr val="0000FF"/>
                </a:solidFill>
                <a:latin typeface="Courier New"/>
                <a:cs typeface="Courier New"/>
              </a:rPr>
              <a:t>img</a:t>
            </a:r>
            <a:r>
              <a:rPr sz="1000" b="1" spc="-2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08251" y="3426840"/>
            <a:ext cx="699770" cy="32194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1130"/>
              </a:lnSpc>
              <a:spcBef>
                <a:spcPts val="195"/>
              </a:spcBef>
            </a:pPr>
            <a:r>
              <a:rPr sz="1000" b="1" spc="-15" dirty="0">
                <a:solidFill>
                  <a:srgbClr val="8080C0"/>
                </a:solidFill>
                <a:latin typeface="Courier New"/>
                <a:cs typeface="Courier New"/>
              </a:rPr>
              <a:t>max-</a:t>
            </a:r>
            <a:r>
              <a:rPr sz="1000" b="1" spc="-20" dirty="0">
                <a:solidFill>
                  <a:srgbClr val="8080C0"/>
                </a:solidFill>
                <a:latin typeface="Courier New"/>
                <a:cs typeface="Courier New"/>
              </a:rPr>
              <a:t>width </a:t>
            </a: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height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922904" y="3426840"/>
            <a:ext cx="551180" cy="3219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65"/>
              </a:lnSpc>
              <a:spcBef>
                <a:spcPts val="100"/>
              </a:spcBef>
            </a:pP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155" dirty="0">
                <a:latin typeface="Courier New"/>
                <a:cs typeface="Courier New"/>
              </a:rPr>
              <a:t> </a:t>
            </a:r>
            <a:r>
              <a:rPr sz="1000" b="1" spc="-20" dirty="0">
                <a:latin typeface="Courier New"/>
                <a:cs typeface="Courier New"/>
              </a:rPr>
              <a:t>100%;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5"/>
              </a:lnSpc>
            </a:pP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auto;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93787" y="3714115"/>
            <a:ext cx="3664585" cy="4495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3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65"/>
              </a:lnSpc>
            </a:pPr>
            <a:r>
              <a:rPr sz="1000" b="1" dirty="0">
                <a:latin typeface="Courier New"/>
                <a:cs typeface="Courier New"/>
              </a:rPr>
              <a:t>.</a:t>
            </a:r>
            <a:r>
              <a:rPr sz="1000" dirty="0">
                <a:solidFill>
                  <a:srgbClr val="FF0000"/>
                </a:solidFill>
                <a:latin typeface="Courier New"/>
                <a:cs typeface="Courier New"/>
              </a:rPr>
              <a:t>middle</a:t>
            </a:r>
            <a:r>
              <a:rPr sz="1000" spc="-7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000" spc="-35" dirty="0">
                <a:solidFill>
                  <a:srgbClr val="0000FF"/>
                </a:solidFill>
                <a:latin typeface="Courier New"/>
                <a:cs typeface="Courier New"/>
              </a:rPr>
              <a:t>a</a:t>
            </a:r>
            <a:r>
              <a:rPr sz="1000" b="1" spc="-35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927100">
              <a:lnSpc>
                <a:spcPts val="1090"/>
              </a:lnSpc>
            </a:pPr>
            <a:r>
              <a:rPr sz="1000" spc="-15" dirty="0">
                <a:latin typeface="Courier New"/>
                <a:cs typeface="Courier New"/>
              </a:rPr>
              <a:t>font-</a:t>
            </a:r>
            <a:r>
              <a:rPr sz="1000" spc="-10" dirty="0">
                <a:latin typeface="Courier New"/>
                <a:cs typeface="Courier New"/>
              </a:rPr>
              <a:t>wight</a:t>
            </a:r>
            <a:r>
              <a:rPr sz="1000" b="1" spc="-10" dirty="0">
                <a:latin typeface="Courier New"/>
                <a:cs typeface="Courier New"/>
              </a:rPr>
              <a:t>:bold;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25"/>
              </a:lnSpc>
            </a:pPr>
            <a:r>
              <a:rPr sz="1000" b="1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316865">
              <a:lnSpc>
                <a:spcPct val="100000"/>
              </a:lnSpc>
              <a:spcBef>
                <a:spcPts val="1050"/>
              </a:spcBef>
            </a:pPr>
            <a:r>
              <a:rPr sz="1000" b="1" spc="-10" dirty="0">
                <a:latin typeface="Courier New"/>
                <a:cs typeface="Courier New"/>
              </a:rPr>
              <a:t>.</a:t>
            </a:r>
            <a:r>
              <a:rPr sz="1000" spc="-10" dirty="0">
                <a:solidFill>
                  <a:srgbClr val="FF0000"/>
                </a:solidFill>
                <a:latin typeface="Courier New"/>
                <a:cs typeface="Courier New"/>
              </a:rPr>
              <a:t>right</a:t>
            </a:r>
            <a:r>
              <a:rPr sz="1000" b="1" spc="-1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25"/>
              </a:lnSpc>
              <a:spcBef>
                <a:spcPts val="30"/>
              </a:spcBef>
              <a:tabLst>
                <a:tab pos="1231900" algn="l"/>
              </a:tabLst>
            </a:pP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width</a:t>
            </a: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	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10" dirty="0">
                <a:latin typeface="Courier New"/>
                <a:cs typeface="Courier New"/>
              </a:rPr>
              <a:t> 250px;</a:t>
            </a:r>
            <a:endParaRPr sz="1000">
              <a:latin typeface="Courier New"/>
              <a:cs typeface="Courier New"/>
            </a:endParaRPr>
          </a:p>
          <a:p>
            <a:pPr marL="622300" marR="937260">
              <a:lnSpc>
                <a:spcPts val="1130"/>
              </a:lnSpc>
              <a:spcBef>
                <a:spcPts val="20"/>
              </a:spcBef>
            </a:pP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border</a:t>
            </a:r>
            <a:r>
              <a:rPr sz="1000" b="1" spc="370" dirty="0">
                <a:solidFill>
                  <a:srgbClr val="8080C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45" dirty="0"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1px</a:t>
            </a:r>
            <a:r>
              <a:rPr sz="1000" b="1" spc="-40" dirty="0"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solid</a:t>
            </a:r>
            <a:r>
              <a:rPr sz="1000" b="1" spc="-4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#dedede; </a:t>
            </a: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padding</a:t>
            </a:r>
            <a:r>
              <a:rPr sz="1000" b="1" spc="-20" dirty="0">
                <a:solidFill>
                  <a:srgbClr val="8080C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20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10px;</a:t>
            </a:r>
            <a:endParaRPr sz="1000">
              <a:latin typeface="Courier New"/>
              <a:cs typeface="Courier New"/>
            </a:endParaRPr>
          </a:p>
          <a:p>
            <a:pPr marL="622300" marR="1898650">
              <a:lnSpc>
                <a:spcPts val="1130"/>
              </a:lnSpc>
              <a:spcBef>
                <a:spcPts val="10"/>
              </a:spcBef>
              <a:tabLst>
                <a:tab pos="1231900" algn="l"/>
              </a:tabLst>
            </a:pP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margin</a:t>
            </a:r>
            <a:r>
              <a:rPr sz="1000" b="1" spc="375" dirty="0">
                <a:solidFill>
                  <a:srgbClr val="8080C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60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10px; </a:t>
            </a: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float</a:t>
            </a: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	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10" dirty="0">
                <a:latin typeface="Courier New"/>
                <a:cs typeface="Courier New"/>
              </a:rPr>
              <a:t> </a:t>
            </a:r>
            <a:r>
              <a:rPr sz="1000" b="1" spc="-25" dirty="0">
                <a:latin typeface="Courier New"/>
                <a:cs typeface="Courier New"/>
              </a:rPr>
              <a:t>left;</a:t>
            </a:r>
            <a:endParaRPr sz="1000">
              <a:latin typeface="Courier New"/>
              <a:cs typeface="Courier New"/>
            </a:endParaRPr>
          </a:p>
          <a:p>
            <a:pPr marL="316865">
              <a:lnSpc>
                <a:spcPts val="1105"/>
              </a:lnSpc>
            </a:pPr>
            <a:r>
              <a:rPr sz="1000" b="1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65"/>
              </a:lnSpc>
            </a:pPr>
            <a:r>
              <a:rPr sz="1000" b="1" dirty="0">
                <a:latin typeface="Courier New"/>
                <a:cs typeface="Courier New"/>
              </a:rPr>
              <a:t>.</a:t>
            </a:r>
            <a:r>
              <a:rPr sz="1000" dirty="0">
                <a:solidFill>
                  <a:srgbClr val="FF0000"/>
                </a:solidFill>
                <a:latin typeface="Courier New"/>
                <a:cs typeface="Courier New"/>
              </a:rPr>
              <a:t>right</a:t>
            </a:r>
            <a:r>
              <a:rPr sz="1000" spc="-7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0000FF"/>
                </a:solidFill>
                <a:latin typeface="Courier New"/>
                <a:cs typeface="Courier New"/>
              </a:rPr>
              <a:t>ul</a:t>
            </a:r>
            <a:r>
              <a:rPr sz="1000" b="1" spc="-25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927100">
              <a:lnSpc>
                <a:spcPts val="1130"/>
              </a:lnSpc>
            </a:pP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list-style-</a:t>
            </a: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type</a:t>
            </a:r>
            <a:r>
              <a:rPr sz="1000" b="1" spc="-35" dirty="0">
                <a:solidFill>
                  <a:srgbClr val="8080C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30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none;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30"/>
              </a:lnSpc>
            </a:pPr>
            <a:r>
              <a:rPr sz="1000" b="1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35"/>
              </a:lnSpc>
            </a:pPr>
            <a:r>
              <a:rPr sz="1000" dirty="0">
                <a:latin typeface="Courier New"/>
                <a:cs typeface="Courier New"/>
              </a:rPr>
              <a:t>.</a:t>
            </a:r>
            <a:r>
              <a:rPr sz="1000" dirty="0">
                <a:solidFill>
                  <a:srgbClr val="FF0000"/>
                </a:solidFill>
                <a:latin typeface="Courier New"/>
                <a:cs typeface="Courier New"/>
              </a:rPr>
              <a:t>right</a:t>
            </a:r>
            <a:r>
              <a:rPr sz="1000" spc="-4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FF"/>
                </a:solidFill>
                <a:latin typeface="Courier New"/>
                <a:cs typeface="Courier New"/>
              </a:rPr>
              <a:t>ul</a:t>
            </a:r>
            <a:r>
              <a:rPr sz="1000" spc="-4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0000FF"/>
                </a:solidFill>
                <a:latin typeface="Courier New"/>
                <a:cs typeface="Courier New"/>
              </a:rPr>
              <a:t>li</a:t>
            </a:r>
            <a:r>
              <a:rPr sz="1000" b="1" spc="-25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927100">
              <a:lnSpc>
                <a:spcPts val="1140"/>
              </a:lnSpc>
            </a:pP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display</a:t>
            </a:r>
            <a:r>
              <a:rPr sz="1000" b="1" spc="-50" dirty="0">
                <a:solidFill>
                  <a:srgbClr val="8080C0"/>
                </a:solidFill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4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block;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35"/>
              </a:lnSpc>
            </a:pPr>
            <a:r>
              <a:rPr sz="1000" b="1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30"/>
              </a:lnSpc>
            </a:pPr>
            <a:r>
              <a:rPr sz="1000" b="1" dirty="0">
                <a:latin typeface="Courier New"/>
                <a:cs typeface="Courier New"/>
              </a:rPr>
              <a:t>.</a:t>
            </a:r>
            <a:r>
              <a:rPr sz="1000" dirty="0">
                <a:solidFill>
                  <a:srgbClr val="FF0000"/>
                </a:solidFill>
                <a:latin typeface="Courier New"/>
                <a:cs typeface="Courier New"/>
              </a:rPr>
              <a:t>right</a:t>
            </a:r>
            <a:r>
              <a:rPr sz="1000" spc="-6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FF"/>
                </a:solidFill>
                <a:latin typeface="Courier New"/>
                <a:cs typeface="Courier New"/>
              </a:rPr>
              <a:t>ul</a:t>
            </a:r>
            <a:r>
              <a:rPr sz="1000" spc="-3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FF"/>
                </a:solidFill>
                <a:latin typeface="Courier New"/>
                <a:cs typeface="Courier New"/>
              </a:rPr>
              <a:t>li</a:t>
            </a:r>
            <a:r>
              <a:rPr sz="1000" spc="-3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0000FF"/>
                </a:solidFill>
                <a:latin typeface="Courier New"/>
                <a:cs typeface="Courier New"/>
              </a:rPr>
              <a:t>a</a:t>
            </a:r>
            <a:r>
              <a:rPr sz="1000" b="1" spc="-25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927100">
              <a:lnSpc>
                <a:spcPts val="1090"/>
              </a:lnSpc>
              <a:tabLst>
                <a:tab pos="1841500" algn="l"/>
              </a:tabLst>
            </a:pP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display</a:t>
            </a: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	</a:t>
            </a:r>
            <a:r>
              <a:rPr sz="1000" b="1" spc="-10" dirty="0">
                <a:latin typeface="Courier New"/>
                <a:cs typeface="Courier New"/>
              </a:rPr>
              <a:t>:block;</a:t>
            </a:r>
            <a:endParaRPr sz="1000">
              <a:latin typeface="Courier New"/>
              <a:cs typeface="Courier New"/>
            </a:endParaRPr>
          </a:p>
          <a:p>
            <a:pPr marL="927100" marR="5080">
              <a:lnSpc>
                <a:spcPts val="1140"/>
              </a:lnSpc>
              <a:spcBef>
                <a:spcPts val="10"/>
              </a:spcBef>
              <a:tabLst>
                <a:tab pos="2146300" algn="l"/>
              </a:tabLst>
            </a:pPr>
            <a:r>
              <a:rPr sz="1000" b="1" spc="-20" dirty="0">
                <a:solidFill>
                  <a:srgbClr val="8080C0"/>
                </a:solidFill>
                <a:latin typeface="Courier New"/>
                <a:cs typeface="Courier New"/>
              </a:rPr>
              <a:t>border-</a:t>
            </a: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bottom</a:t>
            </a: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	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65" dirty="0"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1px</a:t>
            </a:r>
            <a:r>
              <a:rPr sz="1000" b="1" spc="-65" dirty="0"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solid</a:t>
            </a:r>
            <a:r>
              <a:rPr sz="1000" b="1" spc="-60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#dedede; </a:t>
            </a:r>
            <a:r>
              <a:rPr sz="1000" b="1" spc="-20" dirty="0">
                <a:solidFill>
                  <a:srgbClr val="8080C0"/>
                </a:solidFill>
                <a:latin typeface="Courier New"/>
                <a:cs typeface="Courier New"/>
              </a:rPr>
              <a:t>margin-</a:t>
            </a: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bottom</a:t>
            </a: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	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10px;</a:t>
            </a:r>
            <a:endParaRPr sz="1000">
              <a:latin typeface="Courier New"/>
              <a:cs typeface="Courier New"/>
            </a:endParaRPr>
          </a:p>
          <a:p>
            <a:pPr marL="927100">
              <a:lnSpc>
                <a:spcPts val="1145"/>
              </a:lnSpc>
              <a:tabLst>
                <a:tab pos="1841500" algn="l"/>
              </a:tabLst>
            </a:pP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padding</a:t>
            </a: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	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55" dirty="0"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10px</a:t>
            </a:r>
            <a:r>
              <a:rPr sz="1000" b="1" spc="-30" dirty="0">
                <a:latin typeface="Courier New"/>
                <a:cs typeface="Courier New"/>
              </a:rPr>
              <a:t> </a:t>
            </a:r>
            <a:r>
              <a:rPr sz="1000" b="1" spc="-20" dirty="0">
                <a:latin typeface="Courier New"/>
                <a:cs typeface="Courier New"/>
              </a:rPr>
              <a:t>5px;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090"/>
              </a:lnSpc>
            </a:pPr>
            <a:r>
              <a:rPr sz="1000" b="1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927100" marR="1451610" indent="-304800">
              <a:lnSpc>
                <a:spcPts val="1140"/>
              </a:lnSpc>
              <a:spcBef>
                <a:spcPts val="15"/>
              </a:spcBef>
            </a:pPr>
            <a:r>
              <a:rPr sz="1000" b="1" dirty="0">
                <a:latin typeface="Courier New"/>
                <a:cs typeface="Courier New"/>
              </a:rPr>
              <a:t>.</a:t>
            </a:r>
            <a:r>
              <a:rPr sz="1000" dirty="0">
                <a:solidFill>
                  <a:srgbClr val="FF0000"/>
                </a:solidFill>
                <a:latin typeface="Courier New"/>
                <a:cs typeface="Courier New"/>
              </a:rPr>
              <a:t>right</a:t>
            </a:r>
            <a:r>
              <a:rPr sz="1000" spc="-70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FF"/>
                </a:solidFill>
                <a:latin typeface="Courier New"/>
                <a:cs typeface="Courier New"/>
              </a:rPr>
              <a:t>ul</a:t>
            </a:r>
            <a:r>
              <a:rPr sz="1000" spc="-65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00FF"/>
                </a:solidFill>
                <a:latin typeface="Courier New"/>
                <a:cs typeface="Courier New"/>
              </a:rPr>
              <a:t>li</a:t>
            </a:r>
            <a:r>
              <a:rPr sz="1000" spc="-60" dirty="0">
                <a:solidFill>
                  <a:srgbClr val="0000FF"/>
                </a:solidFill>
                <a:latin typeface="Courier New"/>
                <a:cs typeface="Courier New"/>
              </a:rPr>
              <a:t> </a:t>
            </a:r>
            <a:r>
              <a:rPr sz="1000" spc="-10" dirty="0">
                <a:solidFill>
                  <a:srgbClr val="0000FF"/>
                </a:solidFill>
                <a:latin typeface="Courier New"/>
                <a:cs typeface="Courier New"/>
              </a:rPr>
              <a:t>a</a:t>
            </a:r>
            <a:r>
              <a:rPr sz="1000" b="1" spc="-10" dirty="0">
                <a:latin typeface="Courier New"/>
                <a:cs typeface="Courier New"/>
              </a:rPr>
              <a:t>:</a:t>
            </a:r>
            <a:r>
              <a:rPr sz="1000" b="1" spc="-10" dirty="0">
                <a:solidFill>
                  <a:srgbClr val="FF8000"/>
                </a:solidFill>
                <a:latin typeface="Courier New"/>
                <a:cs typeface="Courier New"/>
              </a:rPr>
              <a:t>hover</a:t>
            </a:r>
            <a:r>
              <a:rPr sz="1000" b="1" spc="-10" dirty="0">
                <a:latin typeface="Courier New"/>
                <a:cs typeface="Courier New"/>
              </a:rPr>
              <a:t>{ </a:t>
            </a: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color</a:t>
            </a:r>
            <a:r>
              <a:rPr sz="1000" b="1" spc="-10" dirty="0">
                <a:latin typeface="Courier New"/>
                <a:cs typeface="Courier New"/>
              </a:rPr>
              <a:t>:#461AF3;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80"/>
              </a:lnSpc>
            </a:pPr>
            <a:r>
              <a:rPr sz="1000" b="1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ct val="100000"/>
              </a:lnSpc>
              <a:spcBef>
                <a:spcPts val="980"/>
              </a:spcBef>
            </a:pPr>
            <a:r>
              <a:rPr sz="1000" b="1" spc="-10" dirty="0">
                <a:latin typeface="Courier New"/>
                <a:cs typeface="Courier New"/>
              </a:rPr>
              <a:t>.</a:t>
            </a:r>
            <a:r>
              <a:rPr sz="1000" spc="-10" dirty="0">
                <a:solidFill>
                  <a:srgbClr val="FF0000"/>
                </a:solidFill>
                <a:latin typeface="Courier New"/>
                <a:cs typeface="Courier New"/>
              </a:rPr>
              <a:t>footer</a:t>
            </a:r>
            <a:r>
              <a:rPr sz="1000" b="1" spc="-1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703451" y="8186102"/>
            <a:ext cx="549910" cy="464184"/>
          </a:xfrm>
          <a:prstGeom prst="rect">
            <a:avLst/>
          </a:prstGeom>
        </p:spPr>
        <p:txBody>
          <a:bodyPr vert="horz" wrap="square" lIns="0" tIns="21590" rIns="0" bIns="0" rtlCol="0">
            <a:spAutoFit/>
          </a:bodyPr>
          <a:lstStyle/>
          <a:p>
            <a:pPr marL="12700" marR="5080">
              <a:lnSpc>
                <a:spcPct val="93900"/>
              </a:lnSpc>
              <a:spcBef>
                <a:spcPts val="170"/>
              </a:spcBef>
            </a:pP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clear border </a:t>
            </a:r>
            <a:r>
              <a:rPr sz="1000" b="1" spc="-25" dirty="0">
                <a:solidFill>
                  <a:srgbClr val="8080C0"/>
                </a:solidFill>
                <a:latin typeface="Courier New"/>
                <a:cs typeface="Courier New"/>
              </a:rPr>
              <a:t>padding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18104" y="8186102"/>
            <a:ext cx="1534795" cy="4641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65"/>
              </a:lnSpc>
              <a:spcBef>
                <a:spcPts val="100"/>
              </a:spcBef>
            </a:pP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both;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25"/>
              </a:lnSpc>
            </a:pP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35" dirty="0"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1px</a:t>
            </a:r>
            <a:r>
              <a:rPr sz="1000" b="1" spc="-35" dirty="0"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solid</a:t>
            </a:r>
            <a:r>
              <a:rPr sz="1000" b="1" spc="-3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#dedede;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15px;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20090" y="598169"/>
            <a:ext cx="5401945" cy="8042909"/>
          </a:xfrm>
          <a:custGeom>
            <a:avLst/>
            <a:gdLst/>
            <a:ahLst/>
            <a:cxnLst/>
            <a:rect l="l" t="t" r="r" b="b"/>
            <a:pathLst>
              <a:path w="5401945" h="8042909">
                <a:moveTo>
                  <a:pt x="5401818" y="0"/>
                </a:moveTo>
                <a:lnTo>
                  <a:pt x="0" y="0"/>
                </a:lnTo>
                <a:lnTo>
                  <a:pt x="0" y="8042909"/>
                </a:lnTo>
                <a:lnTo>
                  <a:pt x="5401818" y="8042909"/>
                </a:lnTo>
                <a:lnTo>
                  <a:pt x="5401818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027747" y="603250"/>
            <a:ext cx="3322320" cy="4064635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317500" marR="577215" indent="-305435">
              <a:lnSpc>
                <a:spcPts val="1130"/>
              </a:lnSpc>
              <a:spcBef>
                <a:spcPts val="195"/>
              </a:spcBef>
            </a:pPr>
            <a:r>
              <a:rPr sz="1000" b="1" dirty="0">
                <a:latin typeface="Courier New"/>
                <a:cs typeface="Courier New"/>
              </a:rPr>
              <a:t>@</a:t>
            </a:r>
            <a:r>
              <a:rPr sz="1000" dirty="0">
                <a:latin typeface="Courier New"/>
                <a:cs typeface="Courier New"/>
              </a:rPr>
              <a:t>media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screen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and</a:t>
            </a:r>
            <a:r>
              <a:rPr sz="1000" spc="-6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(max-width:959px)</a:t>
            </a:r>
            <a:r>
              <a:rPr sz="1000" b="1" spc="-10" dirty="0">
                <a:latin typeface="Courier New"/>
                <a:cs typeface="Courier New"/>
              </a:rPr>
              <a:t>{ #</a:t>
            </a:r>
            <a:r>
              <a:rPr sz="1000" b="1" spc="-10" dirty="0">
                <a:solidFill>
                  <a:srgbClr val="0080FF"/>
                </a:solidFill>
                <a:latin typeface="Courier New"/>
                <a:cs typeface="Courier New"/>
              </a:rPr>
              <a:t>container</a:t>
            </a:r>
            <a:r>
              <a:rPr sz="1000" b="1" spc="-1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15"/>
              </a:lnSpc>
              <a:tabLst>
                <a:tab pos="1231900" algn="l"/>
              </a:tabLst>
            </a:pP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width</a:t>
            </a: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	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2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100%;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65"/>
              </a:lnSpc>
              <a:spcBef>
                <a:spcPts val="20"/>
              </a:spcBef>
            </a:pPr>
            <a:r>
              <a:rPr sz="1000" b="1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30"/>
              </a:lnSpc>
            </a:pPr>
            <a:r>
              <a:rPr sz="1000" b="1" spc="-20" dirty="0">
                <a:latin typeface="Courier New"/>
                <a:cs typeface="Courier New"/>
              </a:rPr>
              <a:t>#</a:t>
            </a:r>
            <a:r>
              <a:rPr sz="1000" b="1" spc="-20" dirty="0">
                <a:solidFill>
                  <a:srgbClr val="0080FF"/>
                </a:solidFill>
                <a:latin typeface="Courier New"/>
                <a:cs typeface="Courier New"/>
              </a:rPr>
              <a:t>left-</a:t>
            </a:r>
            <a:r>
              <a:rPr sz="1000" b="1" spc="-10" dirty="0">
                <a:solidFill>
                  <a:srgbClr val="0080FF"/>
                </a:solidFill>
                <a:latin typeface="Courier New"/>
                <a:cs typeface="Courier New"/>
              </a:rPr>
              <a:t>column</a:t>
            </a:r>
            <a:r>
              <a:rPr sz="1000" b="1" spc="-1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30"/>
              </a:lnSpc>
              <a:tabLst>
                <a:tab pos="1231900" algn="l"/>
              </a:tabLst>
            </a:pP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width</a:t>
            </a: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	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20" dirty="0">
                <a:latin typeface="Courier New"/>
                <a:cs typeface="Courier New"/>
              </a:rPr>
              <a:t>70%;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090"/>
              </a:lnSpc>
            </a:pPr>
            <a:r>
              <a:rPr sz="1000" b="1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622300" marR="1644014" indent="-304800">
              <a:lnSpc>
                <a:spcPts val="1140"/>
              </a:lnSpc>
              <a:spcBef>
                <a:spcPts val="15"/>
              </a:spcBef>
              <a:tabLst>
                <a:tab pos="1231900" algn="l"/>
              </a:tabLst>
            </a:pPr>
            <a:r>
              <a:rPr sz="1000" b="1" spc="-20" dirty="0">
                <a:latin typeface="Courier New"/>
                <a:cs typeface="Courier New"/>
              </a:rPr>
              <a:t>#</a:t>
            </a:r>
            <a:r>
              <a:rPr sz="1000" b="1" spc="-20" dirty="0">
                <a:solidFill>
                  <a:srgbClr val="0080FF"/>
                </a:solidFill>
                <a:latin typeface="Courier New"/>
                <a:cs typeface="Courier New"/>
              </a:rPr>
              <a:t>right-</a:t>
            </a:r>
            <a:r>
              <a:rPr sz="1000" b="1" spc="-10" dirty="0">
                <a:solidFill>
                  <a:srgbClr val="0080FF"/>
                </a:solidFill>
                <a:latin typeface="Courier New"/>
                <a:cs typeface="Courier New"/>
              </a:rPr>
              <a:t>column</a:t>
            </a:r>
            <a:r>
              <a:rPr sz="1000" b="1" spc="-10" dirty="0">
                <a:latin typeface="Courier New"/>
                <a:cs typeface="Courier New"/>
              </a:rPr>
              <a:t>{ </a:t>
            </a: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width</a:t>
            </a: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	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155" dirty="0">
                <a:latin typeface="Courier New"/>
                <a:cs typeface="Courier New"/>
              </a:rPr>
              <a:t> </a:t>
            </a:r>
            <a:r>
              <a:rPr sz="1000" b="1" spc="-20" dirty="0">
                <a:latin typeface="Courier New"/>
                <a:cs typeface="Courier New"/>
              </a:rPr>
              <a:t>30%;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065"/>
              </a:lnSpc>
            </a:pPr>
            <a:r>
              <a:rPr sz="1000" b="1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30"/>
              </a:lnSpc>
            </a:pPr>
            <a:r>
              <a:rPr sz="1000" spc="-20" dirty="0">
                <a:solidFill>
                  <a:srgbClr val="0000FF"/>
                </a:solidFill>
                <a:latin typeface="Courier New"/>
                <a:cs typeface="Courier New"/>
              </a:rPr>
              <a:t>img</a:t>
            </a:r>
            <a:r>
              <a:rPr sz="1000" b="1" spc="-2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30"/>
              </a:lnSpc>
              <a:tabLst>
                <a:tab pos="1231900" algn="l"/>
              </a:tabLst>
            </a:pP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width</a:t>
            </a: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	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2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100%;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65"/>
              </a:lnSpc>
            </a:pPr>
            <a:r>
              <a:rPr sz="1000" b="1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5875">
              <a:lnSpc>
                <a:spcPts val="1165"/>
              </a:lnSpc>
              <a:spcBef>
                <a:spcPts val="30"/>
              </a:spcBef>
            </a:pPr>
            <a:r>
              <a:rPr sz="1000" b="1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30"/>
              </a:lnSpc>
            </a:pPr>
            <a:r>
              <a:rPr sz="1000" dirty="0">
                <a:solidFill>
                  <a:srgbClr val="008000"/>
                </a:solidFill>
                <a:latin typeface="Courier New"/>
                <a:cs typeface="Courier New"/>
              </a:rPr>
              <a:t>/*MEDIA</a:t>
            </a:r>
            <a:r>
              <a:rPr sz="1000" spc="-8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8000"/>
                </a:solidFill>
                <a:latin typeface="Courier New"/>
                <a:cs typeface="Courier New"/>
              </a:rPr>
              <a:t>QUERIES</a:t>
            </a:r>
            <a:r>
              <a:rPr sz="1000" spc="-6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8000"/>
                </a:solidFill>
                <a:latin typeface="Courier New"/>
                <a:cs typeface="Courier New"/>
              </a:rPr>
              <a:t>(</a:t>
            </a:r>
            <a:r>
              <a:rPr sz="1000" spc="-6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8000"/>
                </a:solidFill>
                <a:latin typeface="Courier New"/>
                <a:cs typeface="Courier New"/>
              </a:rPr>
              <a:t>Responsive</a:t>
            </a:r>
            <a:r>
              <a:rPr sz="1000" spc="-7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spc="-50" dirty="0">
                <a:solidFill>
                  <a:srgbClr val="008000"/>
                </a:solidFill>
                <a:latin typeface="Courier New"/>
                <a:cs typeface="Courier New"/>
              </a:rPr>
              <a:t>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spc="-10" dirty="0">
                <a:solidFill>
                  <a:srgbClr val="008000"/>
                </a:solidFill>
                <a:latin typeface="Courier New"/>
                <a:cs typeface="Courier New"/>
              </a:rPr>
              <a:t>*******************************************/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b="1" dirty="0">
                <a:latin typeface="Courier New"/>
                <a:cs typeface="Courier New"/>
              </a:rPr>
              <a:t>@</a:t>
            </a:r>
            <a:r>
              <a:rPr sz="1000" dirty="0">
                <a:latin typeface="Courier New"/>
                <a:cs typeface="Courier New"/>
              </a:rPr>
              <a:t>media</a:t>
            </a:r>
            <a:r>
              <a:rPr sz="1000" spc="-7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screen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and</a:t>
            </a:r>
            <a:r>
              <a:rPr sz="1000" spc="-5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(max-width:1080px)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5"/>
              </a:lnSpc>
            </a:pPr>
            <a:r>
              <a:rPr sz="1000" b="1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35"/>
              </a:lnSpc>
            </a:pPr>
            <a:r>
              <a:rPr sz="1000" b="1" spc="-10" dirty="0">
                <a:latin typeface="Courier New"/>
                <a:cs typeface="Courier New"/>
              </a:rPr>
              <a:t>.</a:t>
            </a:r>
            <a:r>
              <a:rPr sz="1000" spc="-10" dirty="0">
                <a:solidFill>
                  <a:srgbClr val="FF0000"/>
                </a:solidFill>
                <a:latin typeface="Courier New"/>
                <a:cs typeface="Courier New"/>
              </a:rPr>
              <a:t>container</a:t>
            </a:r>
            <a:r>
              <a:rPr sz="1000" b="1" spc="-1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927100">
              <a:lnSpc>
                <a:spcPts val="1130"/>
              </a:lnSpc>
              <a:tabLst>
                <a:tab pos="1536700" algn="l"/>
              </a:tabLst>
            </a:pP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width</a:t>
            </a: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	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2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100%;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35"/>
              </a:lnSpc>
            </a:pPr>
            <a:r>
              <a:rPr sz="1000" b="1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095"/>
              </a:lnSpc>
            </a:pPr>
            <a:r>
              <a:rPr sz="1000" b="1" spc="-10" dirty="0">
                <a:latin typeface="Courier New"/>
                <a:cs typeface="Courier New"/>
              </a:rPr>
              <a:t>.</a:t>
            </a:r>
            <a:r>
              <a:rPr sz="1000" spc="-10" dirty="0">
                <a:solidFill>
                  <a:srgbClr val="FF0000"/>
                </a:solidFill>
                <a:latin typeface="Courier New"/>
                <a:cs typeface="Courier New"/>
              </a:rPr>
              <a:t>left</a:t>
            </a:r>
            <a:r>
              <a:rPr sz="1000" b="1" spc="-1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927100" marR="742315">
              <a:lnSpc>
                <a:spcPts val="1130"/>
              </a:lnSpc>
              <a:spcBef>
                <a:spcPts val="20"/>
              </a:spcBef>
              <a:tabLst>
                <a:tab pos="1816100" algn="l"/>
                <a:tab pos="1841500" algn="l"/>
              </a:tabLst>
            </a:pP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width</a:t>
            </a: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		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5" dirty="0">
                <a:latin typeface="Courier New"/>
                <a:cs typeface="Courier New"/>
              </a:rPr>
              <a:t> </a:t>
            </a:r>
            <a:r>
              <a:rPr sz="1000" b="1" spc="-20" dirty="0">
                <a:latin typeface="Courier New"/>
                <a:cs typeface="Courier New"/>
              </a:rPr>
              <a:t>25%; </a:t>
            </a: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background</a:t>
            </a: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	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6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#D6CCFE;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05"/>
              </a:lnSpc>
            </a:pPr>
            <a:r>
              <a:rPr sz="1000" b="1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25"/>
              </a:lnSpc>
              <a:spcBef>
                <a:spcPts val="30"/>
              </a:spcBef>
            </a:pPr>
            <a:r>
              <a:rPr sz="1000" b="1" spc="-10" dirty="0">
                <a:latin typeface="Courier New"/>
                <a:cs typeface="Courier New"/>
              </a:rPr>
              <a:t>.</a:t>
            </a:r>
            <a:r>
              <a:rPr sz="1000" spc="-10" dirty="0">
                <a:solidFill>
                  <a:srgbClr val="FF0000"/>
                </a:solidFill>
                <a:latin typeface="Courier New"/>
                <a:cs typeface="Courier New"/>
              </a:rPr>
              <a:t>middle</a:t>
            </a:r>
            <a:r>
              <a:rPr sz="1000" b="1" spc="-1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927100" marR="1186815">
              <a:lnSpc>
                <a:spcPts val="1130"/>
              </a:lnSpc>
              <a:spcBef>
                <a:spcPts val="20"/>
              </a:spcBef>
              <a:tabLst>
                <a:tab pos="1536700" algn="l"/>
              </a:tabLst>
            </a:pP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width</a:t>
            </a: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	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5" dirty="0">
                <a:latin typeface="Courier New"/>
                <a:cs typeface="Courier New"/>
              </a:rPr>
              <a:t> </a:t>
            </a:r>
            <a:r>
              <a:rPr sz="1000" b="1" spc="-20" dirty="0">
                <a:latin typeface="Courier New"/>
                <a:cs typeface="Courier New"/>
              </a:rPr>
              <a:t>68%; </a:t>
            </a: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float</a:t>
            </a: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	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15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right;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37410" y="4775834"/>
            <a:ext cx="854710" cy="8978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5"/>
              </a:lnSpc>
              <a:spcBef>
                <a:spcPts val="30"/>
              </a:spcBef>
            </a:pPr>
            <a:r>
              <a:rPr sz="1000" b="1" spc="-10" dirty="0">
                <a:latin typeface="Courier New"/>
                <a:cs typeface="Courier New"/>
              </a:rPr>
              <a:t>.</a:t>
            </a:r>
            <a:r>
              <a:rPr sz="1000" spc="-10" dirty="0">
                <a:solidFill>
                  <a:srgbClr val="FF0000"/>
                </a:solidFill>
                <a:latin typeface="Courier New"/>
                <a:cs typeface="Courier New"/>
              </a:rPr>
              <a:t>right</a:t>
            </a:r>
            <a:r>
              <a:rPr sz="1000" b="1" spc="-1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317500" marR="5080">
              <a:lnSpc>
                <a:spcPct val="91900"/>
              </a:lnSpc>
              <a:spcBef>
                <a:spcPts val="60"/>
              </a:spcBef>
            </a:pP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clear </a:t>
            </a:r>
            <a:r>
              <a:rPr sz="1000" b="1" spc="-25" dirty="0">
                <a:solidFill>
                  <a:srgbClr val="8080C0"/>
                </a:solidFill>
                <a:latin typeface="Courier New"/>
                <a:cs typeface="Courier New"/>
              </a:rPr>
              <a:t>padding </a:t>
            </a: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width float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56864" y="5075554"/>
            <a:ext cx="626745" cy="5981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65"/>
              </a:lnSpc>
              <a:spcBef>
                <a:spcPts val="100"/>
              </a:spcBef>
            </a:pP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both;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20" dirty="0">
                <a:latin typeface="Courier New"/>
                <a:cs typeface="Courier New"/>
              </a:rPr>
              <a:t> </a:t>
            </a:r>
            <a:r>
              <a:rPr sz="1000" b="1" dirty="0">
                <a:latin typeface="Courier New"/>
                <a:cs typeface="Courier New"/>
              </a:rPr>
              <a:t>1%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25" dirty="0">
                <a:latin typeface="Courier New"/>
                <a:cs typeface="Courier New"/>
              </a:rPr>
              <a:t>4%;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090"/>
              </a:lnSpc>
            </a:pP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auto;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25"/>
              </a:lnSpc>
            </a:pP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none;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027747" y="5640704"/>
            <a:ext cx="2889885" cy="17722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0">
              <a:lnSpc>
                <a:spcPct val="100000"/>
              </a:lnSpc>
              <a:spcBef>
                <a:spcPts val="100"/>
              </a:spcBef>
              <a:tabLst>
                <a:tab pos="1816100" algn="l"/>
              </a:tabLst>
            </a:pP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background</a:t>
            </a: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	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6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#D6CCFE;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70"/>
              </a:lnSpc>
              <a:spcBef>
                <a:spcPts val="10"/>
              </a:spcBef>
            </a:pPr>
            <a:r>
              <a:rPr sz="1000" b="1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70"/>
              </a:lnSpc>
            </a:pPr>
            <a:r>
              <a:rPr sz="1000" b="1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95"/>
              </a:lnSpc>
              <a:spcBef>
                <a:spcPts val="1010"/>
              </a:spcBef>
            </a:pPr>
            <a:r>
              <a:rPr sz="1000" dirty="0">
                <a:solidFill>
                  <a:srgbClr val="008000"/>
                </a:solidFill>
                <a:latin typeface="Courier New"/>
                <a:cs typeface="Courier New"/>
              </a:rPr>
              <a:t>/*</a:t>
            </a:r>
            <a:r>
              <a:rPr sz="1000" spc="-6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8000"/>
                </a:solidFill>
                <a:latin typeface="Courier New"/>
                <a:cs typeface="Courier New"/>
              </a:rPr>
              <a:t>untuk</a:t>
            </a:r>
            <a:r>
              <a:rPr sz="1000" spc="-5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8000"/>
                </a:solidFill>
                <a:latin typeface="Courier New"/>
                <a:cs typeface="Courier New"/>
              </a:rPr>
              <a:t>ukuran</a:t>
            </a:r>
            <a:r>
              <a:rPr sz="1000" spc="-5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8000"/>
                </a:solidFill>
                <a:latin typeface="Courier New"/>
                <a:cs typeface="Courier New"/>
              </a:rPr>
              <a:t>layar</a:t>
            </a:r>
            <a:r>
              <a:rPr sz="1000" spc="-50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8000"/>
                </a:solidFill>
                <a:latin typeface="Courier New"/>
                <a:cs typeface="Courier New"/>
              </a:rPr>
              <a:t>700px</a:t>
            </a:r>
            <a:r>
              <a:rPr sz="1000" spc="-5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dirty="0">
                <a:solidFill>
                  <a:srgbClr val="008000"/>
                </a:solidFill>
                <a:latin typeface="Courier New"/>
                <a:cs typeface="Courier New"/>
              </a:rPr>
              <a:t>kebawah</a:t>
            </a:r>
            <a:r>
              <a:rPr sz="1000" spc="-55" dirty="0">
                <a:solidFill>
                  <a:srgbClr val="008000"/>
                </a:solidFill>
                <a:latin typeface="Courier New"/>
                <a:cs typeface="Courier New"/>
              </a:rPr>
              <a:t> </a:t>
            </a:r>
            <a:r>
              <a:rPr sz="1000" spc="-25" dirty="0">
                <a:solidFill>
                  <a:srgbClr val="008000"/>
                </a:solidFill>
                <a:latin typeface="Courier New"/>
                <a:cs typeface="Courier New"/>
              </a:rPr>
              <a:t>*/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0"/>
              </a:lnSpc>
            </a:pPr>
            <a:r>
              <a:rPr sz="1000" b="1" dirty="0">
                <a:latin typeface="Courier New"/>
                <a:cs typeface="Courier New"/>
              </a:rPr>
              <a:t>@</a:t>
            </a:r>
            <a:r>
              <a:rPr sz="1000" dirty="0">
                <a:latin typeface="Courier New"/>
                <a:cs typeface="Courier New"/>
              </a:rPr>
              <a:t>media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screen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dirty="0">
                <a:latin typeface="Courier New"/>
                <a:cs typeface="Courier New"/>
              </a:rPr>
              <a:t>and</a:t>
            </a:r>
            <a:r>
              <a:rPr sz="1000" spc="-60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(max-</a:t>
            </a:r>
            <a:r>
              <a:rPr sz="1000" dirty="0">
                <a:latin typeface="Courier New"/>
                <a:cs typeface="Courier New"/>
              </a:rPr>
              <a:t>width:</a:t>
            </a:r>
            <a:r>
              <a:rPr sz="1000" spc="-55" dirty="0">
                <a:latin typeface="Courier New"/>
                <a:cs typeface="Courier New"/>
              </a:rPr>
              <a:t> </a:t>
            </a:r>
            <a:r>
              <a:rPr sz="1000" spc="-10" dirty="0">
                <a:latin typeface="Courier New"/>
                <a:cs typeface="Courier New"/>
              </a:rPr>
              <a:t>780px)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30"/>
              </a:lnSpc>
            </a:pPr>
            <a:r>
              <a:rPr sz="1000" b="1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30"/>
              </a:lnSpc>
            </a:pPr>
            <a:r>
              <a:rPr sz="1000" b="1" spc="-10" dirty="0">
                <a:latin typeface="Courier New"/>
                <a:cs typeface="Courier New"/>
              </a:rPr>
              <a:t>.</a:t>
            </a:r>
            <a:r>
              <a:rPr sz="1000" spc="-10" dirty="0">
                <a:solidFill>
                  <a:srgbClr val="FF0000"/>
                </a:solidFill>
                <a:latin typeface="Courier New"/>
                <a:cs typeface="Courier New"/>
              </a:rPr>
              <a:t>header</a:t>
            </a:r>
            <a:r>
              <a:rPr sz="1000" b="1" spc="-10" dirty="0">
                <a:latin typeface="Courier New"/>
                <a:cs typeface="Courier New"/>
              </a:rPr>
              <a:t>,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35"/>
              </a:lnSpc>
            </a:pPr>
            <a:r>
              <a:rPr sz="1000" b="1" spc="-10" dirty="0">
                <a:latin typeface="Courier New"/>
                <a:cs typeface="Courier New"/>
              </a:rPr>
              <a:t>.</a:t>
            </a:r>
            <a:r>
              <a:rPr sz="1000" spc="-10" dirty="0">
                <a:solidFill>
                  <a:srgbClr val="FF0000"/>
                </a:solidFill>
                <a:latin typeface="Courier New"/>
                <a:cs typeface="Courier New"/>
              </a:rPr>
              <a:t>footer</a:t>
            </a:r>
            <a:r>
              <a:rPr sz="1000" b="1" spc="-1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622300">
              <a:lnSpc>
                <a:spcPts val="1140"/>
              </a:lnSpc>
              <a:tabLst>
                <a:tab pos="1531620" algn="l"/>
              </a:tabLst>
            </a:pPr>
            <a:r>
              <a:rPr sz="1000" b="1" spc="-10" dirty="0">
                <a:solidFill>
                  <a:srgbClr val="8080C0"/>
                </a:solidFill>
                <a:latin typeface="Courier New"/>
                <a:cs typeface="Courier New"/>
              </a:rPr>
              <a:t>text-align</a:t>
            </a:r>
            <a:r>
              <a:rPr sz="1000" b="1" dirty="0">
                <a:solidFill>
                  <a:srgbClr val="8080C0"/>
                </a:solidFill>
                <a:latin typeface="Courier New"/>
                <a:cs typeface="Courier New"/>
              </a:rPr>
              <a:t>	</a:t>
            </a: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2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center;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35"/>
              </a:lnSpc>
            </a:pPr>
            <a:r>
              <a:rPr sz="1000" b="1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  <a:p>
            <a:pPr marL="317500">
              <a:lnSpc>
                <a:spcPts val="1165"/>
              </a:lnSpc>
            </a:pPr>
            <a:r>
              <a:rPr sz="1000" b="1" dirty="0">
                <a:latin typeface="Courier New"/>
                <a:cs typeface="Courier New"/>
              </a:rPr>
              <a:t>.</a:t>
            </a:r>
            <a:r>
              <a:rPr sz="1000" dirty="0">
                <a:solidFill>
                  <a:srgbClr val="FF0000"/>
                </a:solidFill>
                <a:latin typeface="Courier New"/>
                <a:cs typeface="Courier New"/>
              </a:rPr>
              <a:t>left</a:t>
            </a:r>
            <a:r>
              <a:rPr sz="1000" spc="-6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000" b="1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37410" y="7378382"/>
            <a:ext cx="400050" cy="321310"/>
          </a:xfrm>
          <a:prstGeom prst="rect">
            <a:avLst/>
          </a:prstGeom>
        </p:spPr>
        <p:txBody>
          <a:bodyPr vert="horz" wrap="square" lIns="0" tIns="24765" rIns="0" bIns="0" rtlCol="0">
            <a:spAutoFit/>
          </a:bodyPr>
          <a:lstStyle/>
          <a:p>
            <a:pPr marL="12700" marR="5080">
              <a:lnSpc>
                <a:spcPts val="1130"/>
              </a:lnSpc>
              <a:spcBef>
                <a:spcPts val="195"/>
              </a:spcBef>
            </a:pPr>
            <a:r>
              <a:rPr sz="1000" b="1" spc="-25" dirty="0">
                <a:solidFill>
                  <a:srgbClr val="8080C0"/>
                </a:solidFill>
                <a:latin typeface="Courier New"/>
                <a:cs typeface="Courier New"/>
              </a:rPr>
              <a:t>width float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47010" y="7378382"/>
            <a:ext cx="551180" cy="321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65"/>
              </a:lnSpc>
              <a:spcBef>
                <a:spcPts val="100"/>
              </a:spcBef>
            </a:pP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auto;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65"/>
              </a:lnSpc>
            </a:pP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none;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332611" y="7655242"/>
            <a:ext cx="102235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247010" y="8097202"/>
            <a:ext cx="55118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70"/>
              </a:lnSpc>
              <a:spcBef>
                <a:spcPts val="100"/>
              </a:spcBef>
            </a:pP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auto;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70"/>
              </a:lnSpc>
            </a:pPr>
            <a:r>
              <a:rPr sz="1000" b="1" dirty="0">
                <a:latin typeface="Courier New"/>
                <a:cs typeface="Courier New"/>
              </a:rPr>
              <a:t>:</a:t>
            </a:r>
            <a:r>
              <a:rPr sz="1000" b="1" spc="-15" dirty="0">
                <a:latin typeface="Courier New"/>
                <a:cs typeface="Courier New"/>
              </a:rPr>
              <a:t> </a:t>
            </a:r>
            <a:r>
              <a:rPr sz="1000" b="1" spc="-10" dirty="0">
                <a:latin typeface="Courier New"/>
                <a:cs typeface="Courier New"/>
              </a:rPr>
              <a:t>none;</a:t>
            </a:r>
            <a:endParaRPr sz="1000">
              <a:latin typeface="Courier New"/>
              <a:cs typeface="Courier New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332611" y="7953692"/>
            <a:ext cx="706120" cy="610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1165"/>
              </a:lnSpc>
              <a:spcBef>
                <a:spcPts val="100"/>
              </a:spcBef>
            </a:pPr>
            <a:r>
              <a:rPr sz="1000" b="1" dirty="0">
                <a:latin typeface="Courier New"/>
                <a:cs typeface="Courier New"/>
              </a:rPr>
              <a:t>.</a:t>
            </a:r>
            <a:r>
              <a:rPr sz="1000" dirty="0">
                <a:solidFill>
                  <a:srgbClr val="FF0000"/>
                </a:solidFill>
                <a:latin typeface="Courier New"/>
                <a:cs typeface="Courier New"/>
              </a:rPr>
              <a:t>middle</a:t>
            </a:r>
            <a:r>
              <a:rPr sz="1000" spc="-75" dirty="0">
                <a:solidFill>
                  <a:srgbClr val="FF0000"/>
                </a:solidFill>
                <a:latin typeface="Courier New"/>
                <a:cs typeface="Courier New"/>
              </a:rPr>
              <a:t> </a:t>
            </a:r>
            <a:r>
              <a:rPr sz="1000" b="1" spc="-50" dirty="0">
                <a:latin typeface="Courier New"/>
                <a:cs typeface="Courier New"/>
              </a:rPr>
              <a:t>{</a:t>
            </a:r>
            <a:endParaRPr sz="1000">
              <a:latin typeface="Courier New"/>
              <a:cs typeface="Courier New"/>
            </a:endParaRPr>
          </a:p>
          <a:p>
            <a:pPr marL="317500" marR="5715">
              <a:lnSpc>
                <a:spcPts val="1140"/>
              </a:lnSpc>
              <a:spcBef>
                <a:spcPts val="50"/>
              </a:spcBef>
            </a:pPr>
            <a:r>
              <a:rPr sz="1000" b="1" spc="-25" dirty="0">
                <a:solidFill>
                  <a:srgbClr val="8080C0"/>
                </a:solidFill>
                <a:latin typeface="Courier New"/>
                <a:cs typeface="Courier New"/>
              </a:rPr>
              <a:t>width float</a:t>
            </a:r>
            <a:endParaRPr sz="1000">
              <a:latin typeface="Courier New"/>
              <a:cs typeface="Courier New"/>
            </a:endParaRPr>
          </a:p>
          <a:p>
            <a:pPr marL="12700">
              <a:lnSpc>
                <a:spcPts val="1105"/>
              </a:lnSpc>
            </a:pPr>
            <a:r>
              <a:rPr sz="1000" b="1" spc="-50" dirty="0">
                <a:latin typeface="Courier New"/>
                <a:cs typeface="Courier New"/>
              </a:rPr>
              <a:t>}</a:t>
            </a:r>
            <a:endParaRPr sz="100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81990" y="4500245"/>
            <a:ext cx="5440045" cy="4140835"/>
          </a:xfrm>
          <a:custGeom>
            <a:avLst/>
            <a:gdLst/>
            <a:ahLst/>
            <a:cxnLst/>
            <a:rect l="l" t="t" r="r" b="b"/>
            <a:pathLst>
              <a:path w="5440045" h="4140834">
                <a:moveTo>
                  <a:pt x="5439918" y="0"/>
                </a:moveTo>
                <a:lnTo>
                  <a:pt x="0" y="0"/>
                </a:lnTo>
                <a:lnTo>
                  <a:pt x="0" y="4140835"/>
                </a:lnTo>
                <a:lnTo>
                  <a:pt x="5439918" y="4140835"/>
                </a:lnTo>
                <a:lnTo>
                  <a:pt x="5439918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1167130" y="1210944"/>
            <a:ext cx="3788410" cy="2221230"/>
            <a:chOff x="1167130" y="1210944"/>
            <a:chExt cx="3788410" cy="222123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76096" y="1220088"/>
              <a:ext cx="3768725" cy="2202179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1167130" y="1210944"/>
              <a:ext cx="3788410" cy="2221230"/>
            </a:xfrm>
            <a:custGeom>
              <a:avLst/>
              <a:gdLst/>
              <a:ahLst/>
              <a:cxnLst/>
              <a:rect l="l" t="t" r="r" b="b"/>
              <a:pathLst>
                <a:path w="3788410" h="2221229">
                  <a:moveTo>
                    <a:pt x="3778872" y="2211705"/>
                  </a:moveTo>
                  <a:lnTo>
                    <a:pt x="9144" y="2211705"/>
                  </a:lnTo>
                  <a:lnTo>
                    <a:pt x="9144" y="9525"/>
                  </a:lnTo>
                  <a:lnTo>
                    <a:pt x="0" y="9525"/>
                  </a:lnTo>
                  <a:lnTo>
                    <a:pt x="0" y="2211705"/>
                  </a:lnTo>
                  <a:lnTo>
                    <a:pt x="0" y="2220595"/>
                  </a:lnTo>
                  <a:lnTo>
                    <a:pt x="3778872" y="2220595"/>
                  </a:lnTo>
                  <a:lnTo>
                    <a:pt x="3778872" y="2211705"/>
                  </a:lnTo>
                  <a:close/>
                </a:path>
                <a:path w="3788410" h="2221229">
                  <a:moveTo>
                    <a:pt x="3778885" y="0"/>
                  </a:moveTo>
                  <a:lnTo>
                    <a:pt x="0" y="0"/>
                  </a:lnTo>
                  <a:lnTo>
                    <a:pt x="0" y="9144"/>
                  </a:lnTo>
                  <a:lnTo>
                    <a:pt x="3778885" y="9144"/>
                  </a:lnTo>
                  <a:lnTo>
                    <a:pt x="3778885" y="0"/>
                  </a:lnTo>
                  <a:close/>
                </a:path>
                <a:path w="3788410" h="2221229">
                  <a:moveTo>
                    <a:pt x="3788156" y="9271"/>
                  </a:moveTo>
                  <a:lnTo>
                    <a:pt x="3779012" y="9271"/>
                  </a:lnTo>
                  <a:lnTo>
                    <a:pt x="3779012" y="2220849"/>
                  </a:lnTo>
                  <a:lnTo>
                    <a:pt x="3788156" y="2220849"/>
                  </a:lnTo>
                  <a:lnTo>
                    <a:pt x="3788156" y="9271"/>
                  </a:lnTo>
                  <a:close/>
                </a:path>
                <a:path w="3788410" h="2221229">
                  <a:moveTo>
                    <a:pt x="3788156" y="25"/>
                  </a:moveTo>
                  <a:lnTo>
                    <a:pt x="3779012" y="25"/>
                  </a:lnTo>
                  <a:lnTo>
                    <a:pt x="3779012" y="9144"/>
                  </a:lnTo>
                  <a:lnTo>
                    <a:pt x="3788156" y="9144"/>
                  </a:lnTo>
                  <a:lnTo>
                    <a:pt x="3788156" y="25"/>
                  </a:lnTo>
                  <a:close/>
                </a:path>
              </a:pathLst>
            </a:custGeom>
            <a:solidFill>
              <a:srgbClr val="4470C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711200" y="497839"/>
            <a:ext cx="4220210" cy="541020"/>
          </a:xfrm>
          <a:prstGeom prst="rect">
            <a:avLst/>
          </a:prstGeom>
        </p:spPr>
        <p:txBody>
          <a:bodyPr vert="horz" wrap="square" lIns="0" tIns="876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90"/>
              </a:spcBef>
            </a:pPr>
            <a:r>
              <a:rPr sz="1200" b="1" dirty="0">
                <a:latin typeface="Times New Roman"/>
                <a:cs typeface="Times New Roman"/>
              </a:rPr>
              <a:t>10.2</a:t>
            </a:r>
            <a:r>
              <a:rPr sz="1200" b="1" spc="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Merancang</a:t>
            </a:r>
            <a:r>
              <a:rPr sz="1200" b="1" spc="4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Halaman</a:t>
            </a:r>
            <a:r>
              <a:rPr sz="1200" b="1" spc="5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Index</a:t>
            </a:r>
            <a:r>
              <a:rPr sz="1200" b="1" spc="35" dirty="0">
                <a:latin typeface="Times New Roman"/>
                <a:cs typeface="Times New Roman"/>
              </a:rPr>
              <a:t> </a:t>
            </a:r>
            <a:r>
              <a:rPr sz="1200" b="1" dirty="0">
                <a:latin typeface="Times New Roman"/>
                <a:cs typeface="Times New Roman"/>
              </a:rPr>
              <a:t>Web</a:t>
            </a:r>
            <a:r>
              <a:rPr sz="1200" b="1" spc="55" dirty="0">
                <a:latin typeface="Times New Roman"/>
                <a:cs typeface="Times New Roman"/>
              </a:rPr>
              <a:t> </a:t>
            </a:r>
            <a:r>
              <a:rPr sz="1200" b="1" spc="-10" dirty="0">
                <a:latin typeface="Times New Roman"/>
                <a:cs typeface="Times New Roman"/>
              </a:rPr>
              <a:t>Responsive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1200" spc="-10" dirty="0">
                <a:latin typeface="Times New Roman"/>
                <a:cs typeface="Times New Roman"/>
              </a:rPr>
              <a:t>Tampilan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index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akan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kita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buat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seperti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dibawah</a:t>
            </a:r>
            <a:r>
              <a:rPr sz="1200" spc="-25" dirty="0">
                <a:latin typeface="Times New Roman"/>
                <a:cs typeface="Times New Roman"/>
              </a:rPr>
              <a:t> ini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1200" y="3405123"/>
            <a:ext cx="4474210" cy="5232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8138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Gambar</a:t>
            </a:r>
            <a:r>
              <a:rPr sz="1200" spc="-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10.2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hasil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tampilan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halaman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responsive</a:t>
            </a:r>
            <a:endParaRPr sz="12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890"/>
              </a:spcBef>
            </a:pPr>
            <a:endParaRPr sz="1200">
              <a:latin typeface="Times New Roman"/>
              <a:cs typeface="Times New Roman"/>
            </a:endParaRPr>
          </a:p>
          <a:p>
            <a:pPr marL="241300" indent="-228600">
              <a:lnSpc>
                <a:spcPct val="100000"/>
              </a:lnSpc>
              <a:buAutoNum type="arabicPeriod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Buka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baru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aplikasi</a:t>
            </a:r>
            <a:r>
              <a:rPr sz="1200" spc="-20" dirty="0">
                <a:latin typeface="Times New Roman"/>
                <a:cs typeface="Times New Roman"/>
              </a:rPr>
              <a:t> anda</a:t>
            </a:r>
            <a:endParaRPr sz="1200">
              <a:latin typeface="Times New Roman"/>
              <a:cs typeface="Times New Roman"/>
            </a:endParaRPr>
          </a:p>
          <a:p>
            <a:pPr marL="241300" marR="5080" indent="-229235">
              <a:lnSpc>
                <a:spcPct val="110400"/>
              </a:lnSpc>
              <a:buAutoNum type="arabicPeriod"/>
              <a:tabLst>
                <a:tab pos="241300" algn="l"/>
              </a:tabLst>
            </a:pP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membuat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tampilan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seperti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diatas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berikut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adalah</a:t>
            </a:r>
            <a:r>
              <a:rPr sz="1200" spc="-4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kodingan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yang </a:t>
            </a:r>
            <a:r>
              <a:rPr sz="1200" dirty="0">
                <a:latin typeface="Times New Roman"/>
                <a:cs typeface="Times New Roman"/>
              </a:rPr>
              <a:t>perlu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kita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ketikan.</a:t>
            </a:r>
            <a:endParaRPr sz="1200">
              <a:latin typeface="Times New Roman"/>
              <a:cs typeface="Times New Roman"/>
            </a:endParaRPr>
          </a:p>
          <a:p>
            <a:pPr marL="61594">
              <a:lnSpc>
                <a:spcPts val="1180"/>
              </a:lnSpc>
              <a:spcBef>
                <a:spcPts val="420"/>
              </a:spcBef>
            </a:pPr>
            <a:r>
              <a:rPr sz="1000" spc="-10" dirty="0">
                <a:latin typeface="Times New Roman"/>
                <a:cs typeface="Times New Roman"/>
              </a:rPr>
              <a:t>&lt;!DOCTYPE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html&gt;</a:t>
            </a:r>
            <a:endParaRPr sz="1000">
              <a:latin typeface="Times New Roman"/>
              <a:cs typeface="Times New Roman"/>
            </a:endParaRPr>
          </a:p>
          <a:p>
            <a:pPr marL="61594">
              <a:lnSpc>
                <a:spcPts val="1155"/>
              </a:lnSpc>
            </a:pPr>
            <a:r>
              <a:rPr sz="1000" dirty="0">
                <a:latin typeface="Times New Roman"/>
                <a:cs typeface="Times New Roman"/>
              </a:rPr>
              <a:t>&lt;html</a:t>
            </a:r>
            <a:r>
              <a:rPr sz="1000" spc="-3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lang=</a:t>
            </a:r>
            <a:r>
              <a:rPr sz="1000" b="1" spc="-10" dirty="0">
                <a:latin typeface="Times New Roman"/>
                <a:cs typeface="Times New Roman"/>
              </a:rPr>
              <a:t>"en"</a:t>
            </a:r>
            <a:r>
              <a:rPr sz="1000" spc="-10" dirty="0">
                <a:latin typeface="Times New Roman"/>
                <a:cs typeface="Times New Roman"/>
              </a:rPr>
              <a:t>&gt;</a:t>
            </a:r>
            <a:endParaRPr sz="1000">
              <a:latin typeface="Times New Roman"/>
              <a:cs typeface="Times New Roman"/>
            </a:endParaRPr>
          </a:p>
          <a:p>
            <a:pPr marL="61594">
              <a:lnSpc>
                <a:spcPts val="1140"/>
              </a:lnSpc>
            </a:pPr>
            <a:r>
              <a:rPr sz="1000" spc="-10" dirty="0">
                <a:latin typeface="Times New Roman"/>
                <a:cs typeface="Times New Roman"/>
              </a:rPr>
              <a:t>&lt;head&gt;</a:t>
            </a:r>
            <a:endParaRPr sz="1000">
              <a:latin typeface="Times New Roman"/>
              <a:cs typeface="Times New Roman"/>
            </a:endParaRPr>
          </a:p>
          <a:p>
            <a:pPr marL="189230">
              <a:lnSpc>
                <a:spcPts val="1145"/>
              </a:lnSpc>
            </a:pPr>
            <a:r>
              <a:rPr sz="1000" dirty="0">
                <a:latin typeface="Times New Roman"/>
                <a:cs typeface="Times New Roman"/>
              </a:rPr>
              <a:t>&lt;meta</a:t>
            </a:r>
            <a:r>
              <a:rPr sz="1000" spc="145" dirty="0">
                <a:latin typeface="Times New Roman"/>
                <a:cs typeface="Times New Roman"/>
              </a:rPr>
              <a:t> </a:t>
            </a:r>
            <a:r>
              <a:rPr sz="1000" spc="-25" dirty="0">
                <a:latin typeface="Times New Roman"/>
                <a:cs typeface="Times New Roman"/>
              </a:rPr>
              <a:t>charset=</a:t>
            </a:r>
            <a:r>
              <a:rPr sz="1000" b="1" spc="-25" dirty="0">
                <a:latin typeface="Times New Roman"/>
                <a:cs typeface="Times New Roman"/>
              </a:rPr>
              <a:t>"UTF-8"</a:t>
            </a:r>
            <a:r>
              <a:rPr sz="1000" spc="-25" dirty="0">
                <a:latin typeface="Times New Roman"/>
                <a:cs typeface="Times New Roman"/>
              </a:rPr>
              <a:t>&gt;</a:t>
            </a:r>
            <a:endParaRPr sz="1000">
              <a:latin typeface="Times New Roman"/>
              <a:cs typeface="Times New Roman"/>
            </a:endParaRPr>
          </a:p>
          <a:p>
            <a:pPr marL="189230">
              <a:lnSpc>
                <a:spcPts val="1155"/>
              </a:lnSpc>
            </a:pPr>
            <a:r>
              <a:rPr sz="1000" dirty="0">
                <a:latin typeface="Times New Roman"/>
                <a:cs typeface="Times New Roman"/>
              </a:rPr>
              <a:t>&lt;title&gt;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Website</a:t>
            </a:r>
            <a:r>
              <a:rPr sz="1000" b="1" spc="-30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Responsive</a:t>
            </a:r>
            <a:r>
              <a:rPr sz="1000" spc="-10" dirty="0">
                <a:latin typeface="Times New Roman"/>
                <a:cs typeface="Times New Roman"/>
              </a:rPr>
              <a:t>&lt;/title&gt;</a:t>
            </a:r>
            <a:endParaRPr sz="1000">
              <a:latin typeface="Times New Roman"/>
              <a:cs typeface="Times New Roman"/>
            </a:endParaRPr>
          </a:p>
          <a:p>
            <a:pPr marL="189230">
              <a:lnSpc>
                <a:spcPts val="1155"/>
              </a:lnSpc>
            </a:pPr>
            <a:r>
              <a:rPr sz="1000" dirty="0">
                <a:latin typeface="Times New Roman"/>
                <a:cs typeface="Times New Roman"/>
              </a:rPr>
              <a:t>&lt;meta</a:t>
            </a:r>
            <a:r>
              <a:rPr sz="1000" spc="1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name=</a:t>
            </a:r>
            <a:r>
              <a:rPr sz="1000" b="1" spc="-10" dirty="0">
                <a:latin typeface="Times New Roman"/>
                <a:cs typeface="Times New Roman"/>
              </a:rPr>
              <a:t>"viewport"</a:t>
            </a:r>
            <a:r>
              <a:rPr sz="1000" b="1" spc="14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content=</a:t>
            </a:r>
            <a:r>
              <a:rPr sz="1000" b="1" spc="-20" dirty="0">
                <a:latin typeface="Times New Roman"/>
                <a:cs typeface="Times New Roman"/>
              </a:rPr>
              <a:t>"width=device-</a:t>
            </a:r>
            <a:r>
              <a:rPr sz="1000" b="1" dirty="0">
                <a:latin typeface="Times New Roman"/>
                <a:cs typeface="Times New Roman"/>
              </a:rPr>
              <a:t>width,</a:t>
            </a:r>
            <a:r>
              <a:rPr sz="1000" b="1" spc="120" dirty="0">
                <a:latin typeface="Times New Roman"/>
                <a:cs typeface="Times New Roman"/>
              </a:rPr>
              <a:t> </a:t>
            </a:r>
            <a:r>
              <a:rPr sz="1000" b="1" spc="-20" dirty="0">
                <a:latin typeface="Times New Roman"/>
                <a:cs typeface="Times New Roman"/>
              </a:rPr>
              <a:t>initial-</a:t>
            </a:r>
            <a:r>
              <a:rPr sz="1000" b="1" spc="-10" dirty="0">
                <a:latin typeface="Times New Roman"/>
                <a:cs typeface="Times New Roman"/>
              </a:rPr>
              <a:t>scale=1.0"</a:t>
            </a:r>
            <a:r>
              <a:rPr sz="1000" spc="-10" dirty="0">
                <a:latin typeface="Times New Roman"/>
                <a:cs typeface="Times New Roman"/>
              </a:rPr>
              <a:t>&gt;</a:t>
            </a:r>
            <a:endParaRPr sz="1000">
              <a:latin typeface="Times New Roman"/>
              <a:cs typeface="Times New Roman"/>
            </a:endParaRPr>
          </a:p>
          <a:p>
            <a:pPr marL="189230">
              <a:lnSpc>
                <a:spcPts val="1160"/>
              </a:lnSpc>
            </a:pPr>
            <a:r>
              <a:rPr sz="1000" dirty="0">
                <a:latin typeface="Times New Roman"/>
                <a:cs typeface="Times New Roman"/>
              </a:rPr>
              <a:t>&lt;link</a:t>
            </a:r>
            <a:r>
              <a:rPr sz="1000" spc="-10" dirty="0">
                <a:latin typeface="Times New Roman"/>
                <a:cs typeface="Times New Roman"/>
              </a:rPr>
              <a:t> rel=</a:t>
            </a:r>
            <a:r>
              <a:rPr sz="1000" b="1" spc="-10" dirty="0">
                <a:latin typeface="Times New Roman"/>
                <a:cs typeface="Times New Roman"/>
              </a:rPr>
              <a:t>"stylesheet"</a:t>
            </a:r>
            <a:r>
              <a:rPr sz="1000" b="1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href=</a:t>
            </a:r>
            <a:r>
              <a:rPr sz="1000" b="1" spc="-10" dirty="0">
                <a:latin typeface="Times New Roman"/>
                <a:cs typeface="Times New Roman"/>
              </a:rPr>
              <a:t>"css/main.css"</a:t>
            </a:r>
            <a:r>
              <a:rPr sz="1000" spc="-10" dirty="0">
                <a:latin typeface="Times New Roman"/>
                <a:cs typeface="Times New Roman"/>
              </a:rPr>
              <a:t>&gt;</a:t>
            </a:r>
            <a:endParaRPr sz="1000">
              <a:latin typeface="Times New Roman"/>
              <a:cs typeface="Times New Roman"/>
            </a:endParaRPr>
          </a:p>
          <a:p>
            <a:pPr marL="61594">
              <a:lnSpc>
                <a:spcPts val="1150"/>
              </a:lnSpc>
            </a:pPr>
            <a:r>
              <a:rPr sz="1000" spc="-10" dirty="0">
                <a:latin typeface="Times New Roman"/>
                <a:cs typeface="Times New Roman"/>
              </a:rPr>
              <a:t>&lt;/head&gt;</a:t>
            </a:r>
            <a:endParaRPr sz="1000">
              <a:latin typeface="Times New Roman"/>
              <a:cs typeface="Times New Roman"/>
            </a:endParaRPr>
          </a:p>
          <a:p>
            <a:pPr marL="61594">
              <a:lnSpc>
                <a:spcPts val="1140"/>
              </a:lnSpc>
            </a:pPr>
            <a:r>
              <a:rPr sz="1000" spc="-10" dirty="0">
                <a:latin typeface="Times New Roman"/>
                <a:cs typeface="Times New Roman"/>
              </a:rPr>
              <a:t>&lt;body&gt;</a:t>
            </a:r>
            <a:endParaRPr sz="1000">
              <a:latin typeface="Times New Roman"/>
              <a:cs typeface="Times New Roman"/>
            </a:endParaRPr>
          </a:p>
          <a:p>
            <a:pPr marR="2955925" algn="r">
              <a:lnSpc>
                <a:spcPts val="1150"/>
              </a:lnSpc>
            </a:pPr>
            <a:r>
              <a:rPr sz="1000" dirty="0">
                <a:latin typeface="Times New Roman"/>
                <a:cs typeface="Times New Roman"/>
              </a:rPr>
              <a:t>&lt;div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class=</a:t>
            </a:r>
            <a:r>
              <a:rPr sz="1000" b="1" spc="-10" dirty="0">
                <a:latin typeface="Times New Roman"/>
                <a:cs typeface="Times New Roman"/>
              </a:rPr>
              <a:t>"container"</a:t>
            </a:r>
            <a:r>
              <a:rPr sz="1000" spc="-10" dirty="0">
                <a:latin typeface="Times New Roman"/>
                <a:cs typeface="Times New Roman"/>
              </a:rPr>
              <a:t>&gt;</a:t>
            </a:r>
            <a:endParaRPr sz="1000">
              <a:latin typeface="Times New Roman"/>
              <a:cs typeface="Times New Roman"/>
            </a:endParaRPr>
          </a:p>
          <a:p>
            <a:pPr marR="2971800" algn="r">
              <a:lnSpc>
                <a:spcPts val="1150"/>
              </a:lnSpc>
            </a:pPr>
            <a:r>
              <a:rPr sz="1000" dirty="0">
                <a:latin typeface="Times New Roman"/>
                <a:cs typeface="Times New Roman"/>
              </a:rPr>
              <a:t>&lt;div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class=</a:t>
            </a:r>
            <a:r>
              <a:rPr sz="1000" b="1" spc="-10" dirty="0">
                <a:latin typeface="Times New Roman"/>
                <a:cs typeface="Times New Roman"/>
              </a:rPr>
              <a:t>"header"</a:t>
            </a:r>
            <a:r>
              <a:rPr sz="1000" spc="-10" dirty="0">
                <a:latin typeface="Times New Roman"/>
                <a:cs typeface="Times New Roman"/>
              </a:rPr>
              <a:t>&gt;</a:t>
            </a:r>
            <a:endParaRPr sz="1000">
              <a:latin typeface="Times New Roman"/>
              <a:cs typeface="Times New Roman"/>
            </a:endParaRPr>
          </a:p>
          <a:p>
            <a:pPr marL="443230">
              <a:lnSpc>
                <a:spcPts val="1150"/>
              </a:lnSpc>
            </a:pPr>
            <a:r>
              <a:rPr sz="1000" dirty="0">
                <a:latin typeface="Times New Roman"/>
                <a:cs typeface="Times New Roman"/>
              </a:rPr>
              <a:t>&lt;h1</a:t>
            </a:r>
            <a:r>
              <a:rPr sz="1000" spc="-4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align=</a:t>
            </a:r>
            <a:r>
              <a:rPr sz="1000" b="1" spc="-10" dirty="0">
                <a:latin typeface="Times New Roman"/>
                <a:cs typeface="Times New Roman"/>
              </a:rPr>
              <a:t>"center"</a:t>
            </a:r>
            <a:r>
              <a:rPr sz="1000" spc="-10" dirty="0">
                <a:latin typeface="Times New Roman"/>
                <a:cs typeface="Times New Roman"/>
              </a:rPr>
              <a:t>&gt;</a:t>
            </a:r>
            <a:r>
              <a:rPr sz="1000" spc="-5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Selamat</a:t>
            </a:r>
            <a:r>
              <a:rPr sz="1000" b="1" spc="-3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Datang</a:t>
            </a:r>
            <a:r>
              <a:rPr sz="1000" b="1" spc="-3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DI</a:t>
            </a:r>
            <a:r>
              <a:rPr sz="1000" b="1" spc="-3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Pepustakaan</a:t>
            </a:r>
            <a:r>
              <a:rPr sz="1000" b="1" spc="-4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XYZ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&lt;/h1&gt;</a:t>
            </a:r>
            <a:endParaRPr sz="1000">
              <a:latin typeface="Times New Roman"/>
              <a:cs typeface="Times New Roman"/>
            </a:endParaRPr>
          </a:p>
          <a:p>
            <a:pPr marL="317500">
              <a:lnSpc>
                <a:spcPts val="1155"/>
              </a:lnSpc>
            </a:pPr>
            <a:r>
              <a:rPr sz="1000" spc="-10" dirty="0">
                <a:latin typeface="Times New Roman"/>
                <a:cs typeface="Times New Roman"/>
              </a:rPr>
              <a:t>&lt;/div&gt;</a:t>
            </a:r>
            <a:endParaRPr sz="1000">
              <a:latin typeface="Times New Roman"/>
              <a:cs typeface="Times New Roman"/>
            </a:endParaRPr>
          </a:p>
          <a:p>
            <a:pPr marL="317500">
              <a:lnSpc>
                <a:spcPts val="1145"/>
              </a:lnSpc>
            </a:pPr>
            <a:r>
              <a:rPr sz="1000" dirty="0">
                <a:latin typeface="Times New Roman"/>
                <a:cs typeface="Times New Roman"/>
              </a:rPr>
              <a:t>&lt;div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class=</a:t>
            </a:r>
            <a:r>
              <a:rPr sz="1000" b="1" spc="-10" dirty="0">
                <a:latin typeface="Times New Roman"/>
                <a:cs typeface="Times New Roman"/>
              </a:rPr>
              <a:t>"main"</a:t>
            </a:r>
            <a:r>
              <a:rPr sz="1000" spc="-10" dirty="0">
                <a:latin typeface="Times New Roman"/>
                <a:cs typeface="Times New Roman"/>
              </a:rPr>
              <a:t>&gt;</a:t>
            </a:r>
            <a:endParaRPr sz="1000">
              <a:latin typeface="Times New Roman"/>
              <a:cs typeface="Times New Roman"/>
            </a:endParaRPr>
          </a:p>
          <a:p>
            <a:pPr marL="443230">
              <a:lnSpc>
                <a:spcPts val="1145"/>
              </a:lnSpc>
            </a:pPr>
            <a:r>
              <a:rPr sz="1000" dirty="0">
                <a:latin typeface="Times New Roman"/>
                <a:cs typeface="Times New Roman"/>
              </a:rPr>
              <a:t>&lt;div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class=</a:t>
            </a:r>
            <a:r>
              <a:rPr sz="1000" b="1" spc="-10" dirty="0">
                <a:latin typeface="Times New Roman"/>
                <a:cs typeface="Times New Roman"/>
              </a:rPr>
              <a:t>"left"</a:t>
            </a:r>
            <a:r>
              <a:rPr sz="1000" spc="-10" dirty="0">
                <a:latin typeface="Times New Roman"/>
                <a:cs typeface="Times New Roman"/>
              </a:rPr>
              <a:t>&gt;</a:t>
            </a:r>
            <a:endParaRPr sz="1000">
              <a:latin typeface="Times New Roman"/>
              <a:cs typeface="Times New Roman"/>
            </a:endParaRPr>
          </a:p>
          <a:p>
            <a:pPr marL="570230">
              <a:lnSpc>
                <a:spcPts val="1155"/>
              </a:lnSpc>
            </a:pPr>
            <a:r>
              <a:rPr sz="1000" dirty="0">
                <a:latin typeface="Times New Roman"/>
                <a:cs typeface="Times New Roman"/>
              </a:rPr>
              <a:t>&lt;h3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align=</a:t>
            </a:r>
            <a:r>
              <a:rPr sz="1000" b="1" spc="-10" dirty="0">
                <a:latin typeface="Times New Roman"/>
                <a:cs typeface="Times New Roman"/>
              </a:rPr>
              <a:t>"center"</a:t>
            </a:r>
            <a:r>
              <a:rPr sz="1000" spc="-10" dirty="0">
                <a:latin typeface="Times New Roman"/>
                <a:cs typeface="Times New Roman"/>
              </a:rPr>
              <a:t>&gt;</a:t>
            </a:r>
            <a:r>
              <a:rPr sz="1000" b="1" spc="-10" dirty="0">
                <a:latin typeface="Times New Roman"/>
                <a:cs typeface="Times New Roman"/>
              </a:rPr>
              <a:t>Menu</a:t>
            </a:r>
            <a:r>
              <a:rPr sz="1000" spc="-10" dirty="0">
                <a:latin typeface="Times New Roman"/>
                <a:cs typeface="Times New Roman"/>
              </a:rPr>
              <a:t>&lt;/h3&gt;</a:t>
            </a:r>
            <a:endParaRPr sz="1000">
              <a:latin typeface="Times New Roman"/>
              <a:cs typeface="Times New Roman"/>
            </a:endParaRPr>
          </a:p>
          <a:p>
            <a:pPr marL="698500">
              <a:lnSpc>
                <a:spcPts val="1150"/>
              </a:lnSpc>
            </a:pPr>
            <a:r>
              <a:rPr sz="1000" spc="-20" dirty="0">
                <a:latin typeface="Times New Roman"/>
                <a:cs typeface="Times New Roman"/>
              </a:rPr>
              <a:t>&lt;ul&gt;</a:t>
            </a:r>
            <a:endParaRPr sz="1000">
              <a:latin typeface="Times New Roman"/>
              <a:cs typeface="Times New Roman"/>
            </a:endParaRPr>
          </a:p>
          <a:p>
            <a:pPr marL="824230">
              <a:lnSpc>
                <a:spcPts val="1155"/>
              </a:lnSpc>
            </a:pPr>
            <a:r>
              <a:rPr sz="1000" dirty="0">
                <a:latin typeface="Times New Roman"/>
                <a:cs typeface="Times New Roman"/>
              </a:rPr>
              <a:t>&lt;li&gt;&lt;a</a:t>
            </a:r>
            <a:r>
              <a:rPr sz="1000" spc="-5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href=</a:t>
            </a:r>
            <a:r>
              <a:rPr sz="1000" b="1" spc="-10" dirty="0">
                <a:latin typeface="Times New Roman"/>
                <a:cs typeface="Times New Roman"/>
              </a:rPr>
              <a:t>"#"</a:t>
            </a:r>
            <a:r>
              <a:rPr sz="1000" spc="-10" dirty="0">
                <a:latin typeface="Times New Roman"/>
                <a:cs typeface="Times New Roman"/>
              </a:rPr>
              <a:t>&gt;</a:t>
            </a:r>
            <a:r>
              <a:rPr sz="1000" b="1" spc="-10" dirty="0">
                <a:latin typeface="Times New Roman"/>
                <a:cs typeface="Times New Roman"/>
              </a:rPr>
              <a:t>Login</a:t>
            </a:r>
            <a:r>
              <a:rPr sz="1000" spc="-10" dirty="0">
                <a:latin typeface="Times New Roman"/>
                <a:cs typeface="Times New Roman"/>
              </a:rPr>
              <a:t>&lt;/a&gt;&lt;/li&gt;</a:t>
            </a:r>
            <a:endParaRPr sz="1000">
              <a:latin typeface="Times New Roman"/>
              <a:cs typeface="Times New Roman"/>
            </a:endParaRPr>
          </a:p>
          <a:p>
            <a:pPr marL="824230">
              <a:lnSpc>
                <a:spcPts val="1155"/>
              </a:lnSpc>
            </a:pPr>
            <a:r>
              <a:rPr sz="1000" dirty="0">
                <a:latin typeface="Times New Roman"/>
                <a:cs typeface="Times New Roman"/>
              </a:rPr>
              <a:t>&lt;li&gt;&lt;a</a:t>
            </a:r>
            <a:r>
              <a:rPr sz="1000" spc="-5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href=</a:t>
            </a:r>
            <a:r>
              <a:rPr sz="1000" b="1" spc="-10" dirty="0">
                <a:latin typeface="Times New Roman"/>
                <a:cs typeface="Times New Roman"/>
              </a:rPr>
              <a:t>"#"</a:t>
            </a:r>
            <a:r>
              <a:rPr sz="1000" spc="-10" dirty="0">
                <a:latin typeface="Times New Roman"/>
                <a:cs typeface="Times New Roman"/>
              </a:rPr>
              <a:t>&gt;</a:t>
            </a:r>
            <a:r>
              <a:rPr sz="1000" b="1" spc="-10" dirty="0">
                <a:latin typeface="Times New Roman"/>
                <a:cs typeface="Times New Roman"/>
              </a:rPr>
              <a:t>Home</a:t>
            </a:r>
            <a:r>
              <a:rPr sz="1000" spc="-10" dirty="0">
                <a:latin typeface="Times New Roman"/>
                <a:cs typeface="Times New Roman"/>
              </a:rPr>
              <a:t>&lt;/a&gt;&lt;/li&gt;</a:t>
            </a:r>
            <a:endParaRPr sz="1000">
              <a:latin typeface="Times New Roman"/>
              <a:cs typeface="Times New Roman"/>
            </a:endParaRPr>
          </a:p>
          <a:p>
            <a:pPr marL="824230">
              <a:lnSpc>
                <a:spcPts val="1140"/>
              </a:lnSpc>
            </a:pPr>
            <a:r>
              <a:rPr sz="1000" spc="-10" dirty="0">
                <a:latin typeface="Times New Roman"/>
                <a:cs typeface="Times New Roman"/>
              </a:rPr>
              <a:t>&lt;li&gt;&lt;a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href=</a:t>
            </a:r>
            <a:r>
              <a:rPr sz="1000" b="1" spc="-10" dirty="0">
                <a:latin typeface="Times New Roman"/>
                <a:cs typeface="Times New Roman"/>
              </a:rPr>
              <a:t>"#"</a:t>
            </a:r>
            <a:r>
              <a:rPr sz="1000" spc="-10" dirty="0">
                <a:latin typeface="Times New Roman"/>
                <a:cs typeface="Times New Roman"/>
              </a:rPr>
              <a:t>&gt;</a:t>
            </a:r>
            <a:r>
              <a:rPr sz="1000" b="1" spc="-10" dirty="0">
                <a:latin typeface="Times New Roman"/>
                <a:cs typeface="Times New Roman"/>
              </a:rPr>
              <a:t>Daftar</a:t>
            </a:r>
            <a:r>
              <a:rPr sz="1000" b="1" spc="10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Buku</a:t>
            </a:r>
            <a:r>
              <a:rPr sz="1000" spc="-10" dirty="0">
                <a:latin typeface="Times New Roman"/>
                <a:cs typeface="Times New Roman"/>
              </a:rPr>
              <a:t>&lt;/a&gt;&lt;/li&gt;</a:t>
            </a:r>
            <a:endParaRPr sz="1000">
              <a:latin typeface="Times New Roman"/>
              <a:cs typeface="Times New Roman"/>
            </a:endParaRPr>
          </a:p>
          <a:p>
            <a:pPr marL="698500">
              <a:lnSpc>
                <a:spcPts val="1150"/>
              </a:lnSpc>
            </a:pPr>
            <a:r>
              <a:rPr sz="1000" spc="-10" dirty="0">
                <a:latin typeface="Times New Roman"/>
                <a:cs typeface="Times New Roman"/>
              </a:rPr>
              <a:t>&lt;/ul&gt;</a:t>
            </a:r>
            <a:endParaRPr sz="1000">
              <a:latin typeface="Times New Roman"/>
              <a:cs typeface="Times New Roman"/>
            </a:endParaRPr>
          </a:p>
          <a:p>
            <a:pPr marL="443230">
              <a:lnSpc>
                <a:spcPts val="1150"/>
              </a:lnSpc>
            </a:pPr>
            <a:r>
              <a:rPr sz="1000" spc="-10" dirty="0">
                <a:latin typeface="Times New Roman"/>
                <a:cs typeface="Times New Roman"/>
              </a:rPr>
              <a:t>&lt;/div&gt;</a:t>
            </a:r>
            <a:endParaRPr sz="1000">
              <a:latin typeface="Times New Roman"/>
              <a:cs typeface="Times New Roman"/>
            </a:endParaRPr>
          </a:p>
          <a:p>
            <a:pPr marL="443230">
              <a:lnSpc>
                <a:spcPts val="1150"/>
              </a:lnSpc>
            </a:pPr>
            <a:r>
              <a:rPr sz="1000" dirty="0">
                <a:latin typeface="Times New Roman"/>
                <a:cs typeface="Times New Roman"/>
              </a:rPr>
              <a:t>&lt;div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class=</a:t>
            </a:r>
            <a:r>
              <a:rPr sz="1000" b="1" spc="-10" dirty="0">
                <a:latin typeface="Times New Roman"/>
                <a:cs typeface="Times New Roman"/>
              </a:rPr>
              <a:t>"middle"</a:t>
            </a:r>
            <a:r>
              <a:rPr sz="1000" spc="-10" dirty="0">
                <a:latin typeface="Times New Roman"/>
                <a:cs typeface="Times New Roman"/>
              </a:rPr>
              <a:t>&gt;</a:t>
            </a:r>
            <a:endParaRPr sz="1000">
              <a:latin typeface="Times New Roman"/>
              <a:cs typeface="Times New Roman"/>
            </a:endParaRPr>
          </a:p>
          <a:p>
            <a:pPr marL="570230">
              <a:lnSpc>
                <a:spcPts val="1150"/>
              </a:lnSpc>
            </a:pPr>
            <a:r>
              <a:rPr sz="1000" dirty="0">
                <a:latin typeface="Times New Roman"/>
                <a:cs typeface="Times New Roman"/>
              </a:rPr>
              <a:t>&lt;h3</a:t>
            </a:r>
            <a:r>
              <a:rPr sz="1000" spc="-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align=</a:t>
            </a:r>
            <a:r>
              <a:rPr sz="1000" b="1" spc="-10" dirty="0">
                <a:latin typeface="Times New Roman"/>
                <a:cs typeface="Times New Roman"/>
              </a:rPr>
              <a:t>"center"</a:t>
            </a:r>
            <a:r>
              <a:rPr sz="1000" spc="-10" dirty="0">
                <a:latin typeface="Times New Roman"/>
                <a:cs typeface="Times New Roman"/>
              </a:rPr>
              <a:t>&gt;</a:t>
            </a:r>
            <a:r>
              <a:rPr sz="1000" b="1" spc="-10" dirty="0">
                <a:latin typeface="Times New Roman"/>
                <a:cs typeface="Times New Roman"/>
              </a:rPr>
              <a:t>Berita</a:t>
            </a:r>
            <a:r>
              <a:rPr sz="1000" spc="-10" dirty="0">
                <a:latin typeface="Times New Roman"/>
                <a:cs typeface="Times New Roman"/>
              </a:rPr>
              <a:t>&lt;/h3&gt;</a:t>
            </a:r>
            <a:endParaRPr sz="1000">
              <a:latin typeface="Times New Roman"/>
              <a:cs typeface="Times New Roman"/>
            </a:endParaRPr>
          </a:p>
          <a:p>
            <a:pPr marL="61594" marR="424180" indent="508000">
              <a:lnSpc>
                <a:spcPts val="1150"/>
              </a:lnSpc>
              <a:spcBef>
                <a:spcPts val="50"/>
              </a:spcBef>
            </a:pPr>
            <a:r>
              <a:rPr sz="1000" dirty="0">
                <a:latin typeface="Times New Roman"/>
                <a:cs typeface="Times New Roman"/>
              </a:rPr>
              <a:t>&lt;p</a:t>
            </a:r>
            <a:r>
              <a:rPr sz="1000" spc="24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align=</a:t>
            </a:r>
            <a:r>
              <a:rPr sz="1000" b="1" spc="-10" dirty="0">
                <a:latin typeface="Times New Roman"/>
                <a:cs typeface="Times New Roman"/>
              </a:rPr>
              <a:t>"center"</a:t>
            </a:r>
            <a:r>
              <a:rPr sz="1000" spc="-10" dirty="0">
                <a:latin typeface="Times New Roman"/>
                <a:cs typeface="Times New Roman"/>
              </a:rPr>
              <a:t>&gt;&lt;strong&gt;&lt;a</a:t>
            </a:r>
            <a:r>
              <a:rPr sz="1000" spc="-5" dirty="0">
                <a:latin typeface="Times New Roman"/>
                <a:cs typeface="Times New Roman"/>
              </a:rPr>
              <a:t> </a:t>
            </a:r>
            <a:r>
              <a:rPr sz="1000" dirty="0">
                <a:latin typeface="Times New Roman"/>
                <a:cs typeface="Times New Roman"/>
              </a:rPr>
              <a:t>href=</a:t>
            </a:r>
            <a:r>
              <a:rPr sz="1000" b="1" dirty="0">
                <a:latin typeface="Times New Roman"/>
                <a:cs typeface="Times New Roman"/>
              </a:rPr>
              <a:t>"#" </a:t>
            </a:r>
            <a:r>
              <a:rPr sz="1000" spc="-10" dirty="0">
                <a:latin typeface="Times New Roman"/>
                <a:cs typeface="Times New Roman"/>
              </a:rPr>
              <a:t>&gt;</a:t>
            </a:r>
            <a:r>
              <a:rPr sz="1000" b="1" spc="-10" dirty="0">
                <a:latin typeface="Times New Roman"/>
                <a:cs typeface="Times New Roman"/>
              </a:rPr>
              <a:t>Membuat </a:t>
            </a:r>
            <a:r>
              <a:rPr sz="1000" b="1" dirty="0">
                <a:latin typeface="Times New Roman"/>
                <a:cs typeface="Times New Roman"/>
              </a:rPr>
              <a:t>Design</a:t>
            </a:r>
            <a:r>
              <a:rPr sz="1000" b="1" spc="-10" dirty="0">
                <a:latin typeface="Times New Roman"/>
                <a:cs typeface="Times New Roman"/>
              </a:rPr>
              <a:t> </a:t>
            </a:r>
            <a:r>
              <a:rPr sz="1000" b="1" spc="-25" dirty="0">
                <a:latin typeface="Times New Roman"/>
                <a:cs typeface="Times New Roman"/>
              </a:rPr>
              <a:t>Web </a:t>
            </a:r>
            <a:r>
              <a:rPr sz="1000" b="1" spc="-10" dirty="0">
                <a:latin typeface="Times New Roman"/>
                <a:cs typeface="Times New Roman"/>
              </a:rPr>
              <a:t>Responsive</a:t>
            </a:r>
            <a:r>
              <a:rPr sz="1000" spc="-10" dirty="0">
                <a:latin typeface="Times New Roman"/>
                <a:cs typeface="Times New Roman"/>
              </a:rPr>
              <a:t>&lt;/a&gt;&lt;/strong&gt;&lt;/p&gt;</a:t>
            </a:r>
            <a:endParaRPr sz="1000">
              <a:latin typeface="Times New Roman"/>
              <a:cs typeface="Times New Roman"/>
            </a:endParaRPr>
          </a:p>
          <a:p>
            <a:pPr marL="570230">
              <a:lnSpc>
                <a:spcPts val="1100"/>
              </a:lnSpc>
            </a:pPr>
            <a:r>
              <a:rPr sz="1000" spc="-10" dirty="0">
                <a:latin typeface="Times New Roman"/>
                <a:cs typeface="Times New Roman"/>
              </a:rPr>
              <a:t>&lt;p&gt;&lt;img</a:t>
            </a:r>
            <a:r>
              <a:rPr sz="1000" spc="1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src=</a:t>
            </a:r>
            <a:r>
              <a:rPr sz="1000" b="1" spc="-10" dirty="0">
                <a:latin typeface="Times New Roman"/>
                <a:cs typeface="Times New Roman"/>
              </a:rPr>
              <a:t>"images/gambar.jpg"</a:t>
            </a:r>
            <a:r>
              <a:rPr sz="1000" b="1" spc="6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alt=</a:t>
            </a:r>
            <a:r>
              <a:rPr sz="1000" b="1" spc="-10" dirty="0">
                <a:latin typeface="Times New Roman"/>
                <a:cs typeface="Times New Roman"/>
              </a:rPr>
              <a:t>""</a:t>
            </a:r>
            <a:r>
              <a:rPr sz="1000" spc="-10" dirty="0">
                <a:latin typeface="Times New Roman"/>
                <a:cs typeface="Times New Roman"/>
              </a:rPr>
              <a:t>&gt;&lt;/p&gt;</a:t>
            </a:r>
            <a:endParaRPr sz="1000">
              <a:latin typeface="Times New Roman"/>
              <a:cs typeface="Times New Roman"/>
            </a:endParaRPr>
          </a:p>
          <a:p>
            <a:pPr marL="570230">
              <a:lnSpc>
                <a:spcPts val="1165"/>
              </a:lnSpc>
            </a:pPr>
            <a:r>
              <a:rPr sz="1000" dirty="0">
                <a:latin typeface="Times New Roman"/>
                <a:cs typeface="Times New Roman"/>
              </a:rPr>
              <a:t>&lt;p&gt;&lt;a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href=</a:t>
            </a:r>
            <a:r>
              <a:rPr sz="1000" b="1" spc="-10" dirty="0">
                <a:latin typeface="Times New Roman"/>
                <a:cs typeface="Times New Roman"/>
              </a:rPr>
              <a:t>"#"</a:t>
            </a:r>
            <a:r>
              <a:rPr sz="1000" spc="-10" dirty="0">
                <a:latin typeface="Times New Roman"/>
                <a:cs typeface="Times New Roman"/>
              </a:rPr>
              <a:t>&gt;</a:t>
            </a:r>
            <a:r>
              <a:rPr sz="1000" b="1" spc="-10" dirty="0">
                <a:latin typeface="Times New Roman"/>
                <a:cs typeface="Times New Roman"/>
              </a:rPr>
              <a:t>Baca</a:t>
            </a:r>
            <a:r>
              <a:rPr sz="1000" b="1" spc="-15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Selengkapnya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&gt;&gt;</a:t>
            </a:r>
            <a:r>
              <a:rPr sz="1000" b="1" spc="-15" dirty="0">
                <a:latin typeface="Times New Roman"/>
                <a:cs typeface="Times New Roman"/>
              </a:rPr>
              <a:t> </a:t>
            </a:r>
            <a:r>
              <a:rPr sz="1000" spc="-20" dirty="0">
                <a:latin typeface="Times New Roman"/>
                <a:cs typeface="Times New Roman"/>
              </a:rPr>
              <a:t>&lt;/a&gt;</a:t>
            </a:r>
            <a:endParaRPr sz="10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23900" y="3378382"/>
            <a:ext cx="2587625" cy="16954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10"/>
              </a:lnSpc>
            </a:pPr>
            <a:r>
              <a:rPr sz="1200" b="1" dirty="0">
                <a:solidFill>
                  <a:srgbClr val="394145"/>
                </a:solidFill>
                <a:latin typeface="Times New Roman"/>
                <a:cs typeface="Times New Roman"/>
              </a:rPr>
              <a:t>Berikut</a:t>
            </a:r>
            <a:r>
              <a:rPr sz="1200" b="1" spc="35" dirty="0">
                <a:solidFill>
                  <a:srgbClr val="394145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94145"/>
                </a:solidFill>
                <a:latin typeface="Times New Roman"/>
                <a:cs typeface="Times New Roman"/>
              </a:rPr>
              <a:t>Penjelasan</a:t>
            </a:r>
            <a:r>
              <a:rPr sz="1200" b="1" spc="40" dirty="0">
                <a:solidFill>
                  <a:srgbClr val="394145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94145"/>
                </a:solidFill>
                <a:latin typeface="Times New Roman"/>
                <a:cs typeface="Times New Roman"/>
              </a:rPr>
              <a:t>Source</a:t>
            </a:r>
            <a:r>
              <a:rPr sz="1200" b="1" spc="30" dirty="0">
                <a:solidFill>
                  <a:srgbClr val="394145"/>
                </a:solidFill>
                <a:latin typeface="Times New Roman"/>
                <a:cs typeface="Times New Roman"/>
              </a:rPr>
              <a:t> </a:t>
            </a:r>
            <a:r>
              <a:rPr sz="1200" b="1" dirty="0">
                <a:solidFill>
                  <a:srgbClr val="394145"/>
                </a:solidFill>
                <a:latin typeface="Times New Roman"/>
                <a:cs typeface="Times New Roman"/>
              </a:rPr>
              <a:t>Code</a:t>
            </a:r>
            <a:r>
              <a:rPr sz="1200" b="1" spc="65" dirty="0">
                <a:solidFill>
                  <a:srgbClr val="394145"/>
                </a:solidFill>
                <a:latin typeface="Times New Roman"/>
                <a:cs typeface="Times New Roman"/>
              </a:rPr>
              <a:t> </a:t>
            </a:r>
            <a:r>
              <a:rPr sz="1200" b="1" spc="-10" dirty="0">
                <a:solidFill>
                  <a:srgbClr val="394145"/>
                </a:solidFill>
                <a:latin typeface="Times New Roman"/>
                <a:cs typeface="Times New Roman"/>
              </a:rPr>
              <a:t>Diatas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28344" y="3626484"/>
            <a:ext cx="4158615" cy="155575"/>
          </a:xfrm>
          <a:custGeom>
            <a:avLst/>
            <a:gdLst/>
            <a:ahLst/>
            <a:cxnLst/>
            <a:rect l="l" t="t" r="r" b="b"/>
            <a:pathLst>
              <a:path w="4158615" h="155575">
                <a:moveTo>
                  <a:pt x="0" y="155575"/>
                </a:moveTo>
                <a:lnTo>
                  <a:pt x="4158615" y="155575"/>
                </a:lnTo>
                <a:lnTo>
                  <a:pt x="4158615" y="0"/>
                </a:lnTo>
                <a:lnTo>
                  <a:pt x="0" y="0"/>
                </a:lnTo>
                <a:lnTo>
                  <a:pt x="0" y="155575"/>
                </a:lnTo>
                <a:close/>
              </a:path>
            </a:pathLst>
          </a:custGeom>
          <a:ln w="9144">
            <a:solidFill>
              <a:srgbClr val="E1EBF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744219" y="3638550"/>
            <a:ext cx="4105910" cy="124460"/>
          </a:xfrm>
          <a:prstGeom prst="rect">
            <a:avLst/>
          </a:prstGeom>
          <a:solidFill>
            <a:srgbClr val="F7F8F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915"/>
              </a:lnSpc>
            </a:pPr>
            <a:r>
              <a:rPr sz="900" dirty="0">
                <a:solidFill>
                  <a:srgbClr val="394145"/>
                </a:solidFill>
                <a:latin typeface="Courier New"/>
                <a:cs typeface="Courier New"/>
              </a:rPr>
              <a:t>&lt;meta</a:t>
            </a:r>
            <a:r>
              <a:rPr sz="900" spc="130" dirty="0">
                <a:solidFill>
                  <a:srgbClr val="394145"/>
                </a:solidFill>
                <a:latin typeface="Courier New"/>
                <a:cs typeface="Courier New"/>
              </a:rPr>
              <a:t> </a:t>
            </a:r>
            <a:r>
              <a:rPr sz="900" dirty="0">
                <a:solidFill>
                  <a:srgbClr val="394145"/>
                </a:solidFill>
                <a:latin typeface="Courier New"/>
                <a:cs typeface="Courier New"/>
              </a:rPr>
              <a:t>name="viewport"</a:t>
            </a:r>
            <a:r>
              <a:rPr sz="900" spc="160" dirty="0">
                <a:solidFill>
                  <a:srgbClr val="394145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394145"/>
                </a:solidFill>
                <a:latin typeface="Courier New"/>
                <a:cs typeface="Courier New"/>
              </a:rPr>
              <a:t>content="width=device-</a:t>
            </a:r>
            <a:r>
              <a:rPr sz="900" dirty="0">
                <a:solidFill>
                  <a:srgbClr val="394145"/>
                </a:solidFill>
                <a:latin typeface="Courier New"/>
                <a:cs typeface="Courier New"/>
              </a:rPr>
              <a:t>width,</a:t>
            </a:r>
            <a:r>
              <a:rPr sz="900" spc="150" dirty="0">
                <a:solidFill>
                  <a:srgbClr val="394145"/>
                </a:solidFill>
                <a:latin typeface="Courier New"/>
                <a:cs typeface="Courier New"/>
              </a:rPr>
              <a:t> </a:t>
            </a:r>
            <a:r>
              <a:rPr sz="900" spc="-10" dirty="0">
                <a:solidFill>
                  <a:srgbClr val="394145"/>
                </a:solidFill>
                <a:latin typeface="Courier New"/>
                <a:cs typeface="Courier New"/>
              </a:rPr>
              <a:t>initial-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28344" y="3930015"/>
            <a:ext cx="803275" cy="155575"/>
          </a:xfrm>
          <a:prstGeom prst="rect">
            <a:avLst/>
          </a:prstGeom>
          <a:solidFill>
            <a:srgbClr val="F7F8F9"/>
          </a:solidFill>
          <a:ln w="9142">
            <a:solidFill>
              <a:srgbClr val="E1EBF3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15875">
              <a:lnSpc>
                <a:spcPts val="1010"/>
              </a:lnSpc>
            </a:pPr>
            <a:r>
              <a:rPr sz="900" spc="-10" dirty="0">
                <a:solidFill>
                  <a:srgbClr val="394145"/>
                </a:solidFill>
                <a:latin typeface="Courier New"/>
                <a:cs typeface="Courier New"/>
              </a:rPr>
              <a:t>scale=1.0"&gt;</a:t>
            </a:r>
            <a:endParaRPr sz="900">
              <a:latin typeface="Courier New"/>
              <a:cs typeface="Courier New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48640" y="6065520"/>
            <a:ext cx="5026025" cy="1879600"/>
          </a:xfrm>
          <a:prstGeom prst="rect">
            <a:avLst/>
          </a:prstGeom>
          <a:solidFill>
            <a:srgbClr val="F5F0EE"/>
          </a:solidFill>
          <a:ln w="9144">
            <a:solidFill>
              <a:srgbClr val="E1EBF3"/>
            </a:solidFill>
          </a:ln>
        </p:spPr>
        <p:txBody>
          <a:bodyPr vert="horz" wrap="square" lIns="0" tIns="63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"/>
              </a:spcBef>
            </a:pPr>
            <a:endParaRPr sz="1000">
              <a:latin typeface="Times New Roman"/>
              <a:cs typeface="Times New Roman"/>
            </a:endParaRPr>
          </a:p>
          <a:p>
            <a:pPr marL="174625">
              <a:lnSpc>
                <a:spcPts val="1195"/>
              </a:lnSpc>
            </a:pPr>
            <a:r>
              <a:rPr sz="1000" dirty="0">
                <a:solidFill>
                  <a:srgbClr val="999999"/>
                </a:solidFill>
                <a:latin typeface="Consolas"/>
                <a:cs typeface="Consolas"/>
              </a:rPr>
              <a:t>&lt;</a:t>
            </a:r>
            <a:r>
              <a:rPr sz="1000" dirty="0">
                <a:solidFill>
                  <a:srgbClr val="990053"/>
                </a:solidFill>
                <a:latin typeface="Consolas"/>
                <a:cs typeface="Consolas"/>
              </a:rPr>
              <a:t>div</a:t>
            </a:r>
            <a:r>
              <a:rPr sz="1000" spc="15" dirty="0">
                <a:solidFill>
                  <a:srgbClr val="990053"/>
                </a:solidFill>
                <a:latin typeface="Consolas"/>
                <a:cs typeface="Consolas"/>
              </a:rPr>
              <a:t> </a:t>
            </a:r>
            <a:r>
              <a:rPr sz="1000" spc="-10" dirty="0">
                <a:solidFill>
                  <a:srgbClr val="669900"/>
                </a:solidFill>
                <a:latin typeface="Consolas"/>
                <a:cs typeface="Consolas"/>
              </a:rPr>
              <a:t>class</a:t>
            </a:r>
            <a:r>
              <a:rPr sz="1000" spc="-10" dirty="0">
                <a:solidFill>
                  <a:srgbClr val="999999"/>
                </a:solidFill>
                <a:latin typeface="Consolas"/>
                <a:cs typeface="Consolas"/>
              </a:rPr>
              <a:t>="</a:t>
            </a:r>
            <a:r>
              <a:rPr sz="1000" spc="-10" dirty="0">
                <a:solidFill>
                  <a:srgbClr val="0077AA"/>
                </a:solidFill>
                <a:latin typeface="Consolas"/>
                <a:cs typeface="Consolas"/>
              </a:rPr>
              <a:t>container</a:t>
            </a:r>
            <a:r>
              <a:rPr sz="1000" spc="-10" dirty="0">
                <a:solidFill>
                  <a:srgbClr val="999999"/>
                </a:solidFill>
                <a:latin typeface="Consolas"/>
                <a:cs typeface="Consolas"/>
              </a:rPr>
              <a:t>"&gt;</a:t>
            </a:r>
            <a:endParaRPr sz="1000">
              <a:latin typeface="Consolas"/>
              <a:cs typeface="Consolas"/>
            </a:endParaRPr>
          </a:p>
          <a:p>
            <a:pPr marL="461009">
              <a:lnSpc>
                <a:spcPts val="1180"/>
              </a:lnSpc>
            </a:pPr>
            <a:r>
              <a:rPr sz="1000" dirty="0">
                <a:solidFill>
                  <a:srgbClr val="999999"/>
                </a:solidFill>
                <a:latin typeface="Consolas"/>
                <a:cs typeface="Consolas"/>
              </a:rPr>
              <a:t>&lt;</a:t>
            </a:r>
            <a:r>
              <a:rPr sz="1000" dirty="0">
                <a:solidFill>
                  <a:srgbClr val="990053"/>
                </a:solidFill>
                <a:latin typeface="Consolas"/>
                <a:cs typeface="Consolas"/>
              </a:rPr>
              <a:t>div</a:t>
            </a:r>
            <a:r>
              <a:rPr sz="1000" spc="5" dirty="0">
                <a:solidFill>
                  <a:srgbClr val="990053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669900"/>
                </a:solidFill>
                <a:latin typeface="Consolas"/>
                <a:cs typeface="Consolas"/>
              </a:rPr>
              <a:t>class</a:t>
            </a:r>
            <a:r>
              <a:rPr sz="1000" dirty="0">
                <a:solidFill>
                  <a:srgbClr val="999999"/>
                </a:solidFill>
                <a:latin typeface="Consolas"/>
                <a:cs typeface="Consolas"/>
              </a:rPr>
              <a:t>="</a:t>
            </a:r>
            <a:r>
              <a:rPr sz="1000" dirty="0">
                <a:solidFill>
                  <a:srgbClr val="0077AA"/>
                </a:solidFill>
                <a:latin typeface="Consolas"/>
                <a:cs typeface="Consolas"/>
              </a:rPr>
              <a:t>header</a:t>
            </a:r>
            <a:r>
              <a:rPr sz="1000" dirty="0">
                <a:solidFill>
                  <a:srgbClr val="999999"/>
                </a:solidFill>
                <a:latin typeface="Consolas"/>
                <a:cs typeface="Consolas"/>
              </a:rPr>
              <a:t>"&gt;</a:t>
            </a:r>
            <a:r>
              <a:rPr sz="1000" dirty="0">
                <a:latin typeface="Consolas"/>
                <a:cs typeface="Consolas"/>
              </a:rPr>
              <a:t>digunakan</a:t>
            </a:r>
            <a:r>
              <a:rPr sz="1000" spc="1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untuk</a:t>
            </a:r>
            <a:r>
              <a:rPr sz="1000" spc="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bagian</a:t>
            </a:r>
            <a:r>
              <a:rPr sz="1000" spc="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header</a:t>
            </a:r>
            <a:r>
              <a:rPr sz="1000" spc="-10" dirty="0">
                <a:solidFill>
                  <a:srgbClr val="999999"/>
                </a:solidFill>
                <a:latin typeface="Consolas"/>
                <a:cs typeface="Consolas"/>
              </a:rPr>
              <a:t>&lt;/</a:t>
            </a:r>
            <a:r>
              <a:rPr sz="1000" spc="-10" dirty="0">
                <a:solidFill>
                  <a:srgbClr val="990053"/>
                </a:solidFill>
                <a:latin typeface="Consolas"/>
                <a:cs typeface="Consolas"/>
              </a:rPr>
              <a:t>div</a:t>
            </a:r>
            <a:r>
              <a:rPr sz="1000" spc="-10" dirty="0">
                <a:solidFill>
                  <a:srgbClr val="999999"/>
                </a:solidFill>
                <a:latin typeface="Consolas"/>
                <a:cs typeface="Consolas"/>
              </a:rPr>
              <a:t>&gt;</a:t>
            </a:r>
            <a:endParaRPr sz="1000">
              <a:latin typeface="Consolas"/>
              <a:cs typeface="Consolas"/>
            </a:endParaRPr>
          </a:p>
          <a:p>
            <a:pPr marL="461009">
              <a:lnSpc>
                <a:spcPts val="1170"/>
              </a:lnSpc>
            </a:pPr>
            <a:r>
              <a:rPr sz="1000" dirty="0">
                <a:solidFill>
                  <a:srgbClr val="999999"/>
                </a:solidFill>
                <a:latin typeface="Consolas"/>
                <a:cs typeface="Consolas"/>
              </a:rPr>
              <a:t>&lt;</a:t>
            </a:r>
            <a:r>
              <a:rPr sz="1000" dirty="0">
                <a:solidFill>
                  <a:srgbClr val="990053"/>
                </a:solidFill>
                <a:latin typeface="Consolas"/>
                <a:cs typeface="Consolas"/>
              </a:rPr>
              <a:t>div</a:t>
            </a:r>
            <a:r>
              <a:rPr sz="1000" spc="15" dirty="0">
                <a:solidFill>
                  <a:srgbClr val="990053"/>
                </a:solidFill>
                <a:latin typeface="Consolas"/>
                <a:cs typeface="Consolas"/>
              </a:rPr>
              <a:t> </a:t>
            </a:r>
            <a:r>
              <a:rPr sz="1000" spc="-10" dirty="0">
                <a:solidFill>
                  <a:srgbClr val="669900"/>
                </a:solidFill>
                <a:latin typeface="Consolas"/>
                <a:cs typeface="Consolas"/>
              </a:rPr>
              <a:t>class</a:t>
            </a:r>
            <a:r>
              <a:rPr sz="1000" spc="-10" dirty="0">
                <a:solidFill>
                  <a:srgbClr val="999999"/>
                </a:solidFill>
                <a:latin typeface="Consolas"/>
                <a:cs typeface="Consolas"/>
              </a:rPr>
              <a:t>="</a:t>
            </a:r>
            <a:r>
              <a:rPr sz="1000" spc="-10" dirty="0">
                <a:solidFill>
                  <a:srgbClr val="0077AA"/>
                </a:solidFill>
                <a:latin typeface="Consolas"/>
                <a:cs typeface="Consolas"/>
              </a:rPr>
              <a:t>main</a:t>
            </a:r>
            <a:r>
              <a:rPr sz="1000" spc="-10" dirty="0">
                <a:solidFill>
                  <a:srgbClr val="999999"/>
                </a:solidFill>
                <a:latin typeface="Consolas"/>
                <a:cs typeface="Consolas"/>
              </a:rPr>
              <a:t>"&gt;</a:t>
            </a:r>
            <a:endParaRPr sz="1000">
              <a:latin typeface="Consolas"/>
              <a:cs typeface="Consolas"/>
            </a:endParaRPr>
          </a:p>
          <a:p>
            <a:pPr marL="745490">
              <a:lnSpc>
                <a:spcPts val="1165"/>
              </a:lnSpc>
            </a:pPr>
            <a:r>
              <a:rPr sz="1000" dirty="0">
                <a:solidFill>
                  <a:srgbClr val="999999"/>
                </a:solidFill>
                <a:latin typeface="Consolas"/>
                <a:cs typeface="Consolas"/>
              </a:rPr>
              <a:t>&lt;</a:t>
            </a:r>
            <a:r>
              <a:rPr sz="1000" dirty="0">
                <a:solidFill>
                  <a:srgbClr val="990053"/>
                </a:solidFill>
                <a:latin typeface="Consolas"/>
                <a:cs typeface="Consolas"/>
              </a:rPr>
              <a:t>div </a:t>
            </a:r>
            <a:r>
              <a:rPr sz="1000" dirty="0">
                <a:solidFill>
                  <a:srgbClr val="669900"/>
                </a:solidFill>
                <a:latin typeface="Consolas"/>
                <a:cs typeface="Consolas"/>
              </a:rPr>
              <a:t>class</a:t>
            </a:r>
            <a:r>
              <a:rPr sz="1000" dirty="0">
                <a:solidFill>
                  <a:srgbClr val="999999"/>
                </a:solidFill>
                <a:latin typeface="Consolas"/>
                <a:cs typeface="Consolas"/>
              </a:rPr>
              <a:t>="</a:t>
            </a:r>
            <a:r>
              <a:rPr sz="1000" dirty="0">
                <a:solidFill>
                  <a:srgbClr val="0077AA"/>
                </a:solidFill>
                <a:latin typeface="Consolas"/>
                <a:cs typeface="Consolas"/>
              </a:rPr>
              <a:t>left</a:t>
            </a:r>
            <a:r>
              <a:rPr sz="1000" dirty="0">
                <a:solidFill>
                  <a:srgbClr val="999999"/>
                </a:solidFill>
                <a:latin typeface="Consolas"/>
                <a:cs typeface="Consolas"/>
              </a:rPr>
              <a:t>"&gt;</a:t>
            </a:r>
            <a:r>
              <a:rPr sz="1000" dirty="0">
                <a:latin typeface="Consolas"/>
                <a:cs typeface="Consolas"/>
              </a:rPr>
              <a:t>Digunakan</a:t>
            </a:r>
            <a:r>
              <a:rPr sz="1000" spc="1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kolom</a:t>
            </a:r>
            <a:r>
              <a:rPr sz="1000" spc="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bagian</a:t>
            </a:r>
            <a:r>
              <a:rPr sz="1000" spc="1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Kiri...</a:t>
            </a:r>
            <a:r>
              <a:rPr sz="1000" spc="-10" dirty="0">
                <a:solidFill>
                  <a:srgbClr val="999999"/>
                </a:solidFill>
                <a:latin typeface="Consolas"/>
                <a:cs typeface="Consolas"/>
              </a:rPr>
              <a:t>&lt;/</a:t>
            </a:r>
            <a:r>
              <a:rPr sz="1000" spc="-10" dirty="0">
                <a:solidFill>
                  <a:srgbClr val="990053"/>
                </a:solidFill>
                <a:latin typeface="Consolas"/>
                <a:cs typeface="Consolas"/>
              </a:rPr>
              <a:t>div</a:t>
            </a:r>
            <a:r>
              <a:rPr sz="1000" spc="-10" dirty="0">
                <a:solidFill>
                  <a:srgbClr val="999999"/>
                </a:solidFill>
                <a:latin typeface="Consolas"/>
                <a:cs typeface="Consolas"/>
              </a:rPr>
              <a:t>&gt;</a:t>
            </a:r>
            <a:endParaRPr sz="1000">
              <a:latin typeface="Consolas"/>
              <a:cs typeface="Consolas"/>
            </a:endParaRPr>
          </a:p>
          <a:p>
            <a:pPr marL="174625" marR="1339215" indent="570230">
              <a:lnSpc>
                <a:spcPts val="1170"/>
              </a:lnSpc>
              <a:spcBef>
                <a:spcPts val="45"/>
              </a:spcBef>
            </a:pPr>
            <a:r>
              <a:rPr sz="1000" dirty="0">
                <a:solidFill>
                  <a:srgbClr val="999999"/>
                </a:solidFill>
                <a:latin typeface="Consolas"/>
                <a:cs typeface="Consolas"/>
              </a:rPr>
              <a:t>&lt;</a:t>
            </a:r>
            <a:r>
              <a:rPr sz="1000" dirty="0">
                <a:solidFill>
                  <a:srgbClr val="990053"/>
                </a:solidFill>
                <a:latin typeface="Consolas"/>
                <a:cs typeface="Consolas"/>
              </a:rPr>
              <a:t>div</a:t>
            </a:r>
            <a:r>
              <a:rPr sz="1000" spc="-65" dirty="0">
                <a:solidFill>
                  <a:srgbClr val="990053"/>
                </a:solidFill>
                <a:latin typeface="Consolas"/>
                <a:cs typeface="Consolas"/>
              </a:rPr>
              <a:t> </a:t>
            </a:r>
            <a:r>
              <a:rPr sz="1000" dirty="0">
                <a:solidFill>
                  <a:srgbClr val="669900"/>
                </a:solidFill>
                <a:latin typeface="Consolas"/>
                <a:cs typeface="Consolas"/>
              </a:rPr>
              <a:t>class</a:t>
            </a:r>
            <a:r>
              <a:rPr sz="1000" dirty="0">
                <a:solidFill>
                  <a:srgbClr val="999999"/>
                </a:solidFill>
                <a:latin typeface="Consolas"/>
                <a:cs typeface="Consolas"/>
              </a:rPr>
              <a:t>="</a:t>
            </a:r>
            <a:r>
              <a:rPr sz="1000" dirty="0">
                <a:solidFill>
                  <a:srgbClr val="0077AA"/>
                </a:solidFill>
                <a:latin typeface="Consolas"/>
                <a:cs typeface="Consolas"/>
              </a:rPr>
              <a:t>middle</a:t>
            </a:r>
            <a:r>
              <a:rPr sz="1000" dirty="0">
                <a:solidFill>
                  <a:srgbClr val="999999"/>
                </a:solidFill>
                <a:latin typeface="Consolas"/>
                <a:cs typeface="Consolas"/>
              </a:rPr>
              <a:t>"&gt;</a:t>
            </a:r>
            <a:r>
              <a:rPr sz="1000" dirty="0">
                <a:latin typeface="Consolas"/>
                <a:cs typeface="Consolas"/>
              </a:rPr>
              <a:t>Digunakan</a:t>
            </a:r>
            <a:r>
              <a:rPr sz="1000" spc="-6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kolom</a:t>
            </a:r>
            <a:r>
              <a:rPr sz="1000" spc="-60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bagian tengah...</a:t>
            </a:r>
            <a:r>
              <a:rPr sz="1000" spc="-10" dirty="0">
                <a:solidFill>
                  <a:srgbClr val="999999"/>
                </a:solidFill>
                <a:latin typeface="Consolas"/>
                <a:cs typeface="Consolas"/>
              </a:rPr>
              <a:t>&lt;/</a:t>
            </a:r>
            <a:r>
              <a:rPr sz="1000" spc="-10" dirty="0">
                <a:solidFill>
                  <a:srgbClr val="990053"/>
                </a:solidFill>
                <a:latin typeface="Consolas"/>
                <a:cs typeface="Consolas"/>
              </a:rPr>
              <a:t>div</a:t>
            </a:r>
            <a:r>
              <a:rPr sz="1000" spc="-10" dirty="0">
                <a:solidFill>
                  <a:srgbClr val="999999"/>
                </a:solidFill>
                <a:latin typeface="Consolas"/>
                <a:cs typeface="Consolas"/>
              </a:rPr>
              <a:t>&gt;</a:t>
            </a:r>
            <a:endParaRPr sz="1000">
              <a:latin typeface="Consolas"/>
              <a:cs typeface="Consolas"/>
            </a:endParaRPr>
          </a:p>
          <a:p>
            <a:pPr marL="745490">
              <a:lnSpc>
                <a:spcPts val="1130"/>
              </a:lnSpc>
            </a:pPr>
            <a:r>
              <a:rPr sz="1000" dirty="0">
                <a:solidFill>
                  <a:srgbClr val="999999"/>
                </a:solidFill>
                <a:latin typeface="Consolas"/>
                <a:cs typeface="Consolas"/>
              </a:rPr>
              <a:t>&lt;</a:t>
            </a:r>
            <a:r>
              <a:rPr sz="1000" dirty="0">
                <a:solidFill>
                  <a:srgbClr val="990053"/>
                </a:solidFill>
                <a:latin typeface="Consolas"/>
                <a:cs typeface="Consolas"/>
              </a:rPr>
              <a:t>div </a:t>
            </a:r>
            <a:r>
              <a:rPr sz="1000" dirty="0">
                <a:solidFill>
                  <a:srgbClr val="669900"/>
                </a:solidFill>
                <a:latin typeface="Consolas"/>
                <a:cs typeface="Consolas"/>
              </a:rPr>
              <a:t>class</a:t>
            </a:r>
            <a:r>
              <a:rPr sz="1000" dirty="0">
                <a:solidFill>
                  <a:srgbClr val="999999"/>
                </a:solidFill>
                <a:latin typeface="Consolas"/>
                <a:cs typeface="Consolas"/>
              </a:rPr>
              <a:t>="</a:t>
            </a:r>
            <a:r>
              <a:rPr sz="1000" dirty="0">
                <a:solidFill>
                  <a:srgbClr val="0077AA"/>
                </a:solidFill>
                <a:latin typeface="Consolas"/>
                <a:cs typeface="Consolas"/>
              </a:rPr>
              <a:t>right</a:t>
            </a:r>
            <a:r>
              <a:rPr sz="1000" dirty="0">
                <a:solidFill>
                  <a:srgbClr val="999999"/>
                </a:solidFill>
                <a:latin typeface="Consolas"/>
                <a:cs typeface="Consolas"/>
              </a:rPr>
              <a:t>"&gt;</a:t>
            </a:r>
            <a:r>
              <a:rPr sz="1000" dirty="0">
                <a:latin typeface="Consolas"/>
                <a:cs typeface="Consolas"/>
              </a:rPr>
              <a:t>Digunakan</a:t>
            </a:r>
            <a:r>
              <a:rPr sz="1000" spc="2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kolom</a:t>
            </a:r>
            <a:r>
              <a:rPr sz="1000" spc="5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bagian</a:t>
            </a:r>
            <a:r>
              <a:rPr sz="1000" spc="1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kanan...</a:t>
            </a:r>
            <a:r>
              <a:rPr sz="1000" spc="-10" dirty="0">
                <a:solidFill>
                  <a:srgbClr val="999999"/>
                </a:solidFill>
                <a:latin typeface="Consolas"/>
                <a:cs typeface="Consolas"/>
              </a:rPr>
              <a:t>&lt;/</a:t>
            </a:r>
            <a:r>
              <a:rPr sz="1000" spc="-10" dirty="0">
                <a:solidFill>
                  <a:srgbClr val="990053"/>
                </a:solidFill>
                <a:latin typeface="Consolas"/>
                <a:cs typeface="Consolas"/>
              </a:rPr>
              <a:t>div</a:t>
            </a:r>
            <a:r>
              <a:rPr sz="1000" spc="-10" dirty="0">
                <a:solidFill>
                  <a:srgbClr val="999999"/>
                </a:solidFill>
                <a:latin typeface="Consolas"/>
                <a:cs typeface="Consolas"/>
              </a:rPr>
              <a:t>&gt;</a:t>
            </a:r>
            <a:endParaRPr sz="1000">
              <a:latin typeface="Consolas"/>
              <a:cs typeface="Consolas"/>
            </a:endParaRPr>
          </a:p>
          <a:p>
            <a:pPr marL="461009">
              <a:lnSpc>
                <a:spcPts val="1160"/>
              </a:lnSpc>
            </a:pPr>
            <a:r>
              <a:rPr sz="1000" spc="-10" dirty="0">
                <a:solidFill>
                  <a:srgbClr val="999999"/>
                </a:solidFill>
                <a:latin typeface="Consolas"/>
                <a:cs typeface="Consolas"/>
              </a:rPr>
              <a:t>&lt;/</a:t>
            </a:r>
            <a:r>
              <a:rPr sz="1000" spc="-10" dirty="0">
                <a:solidFill>
                  <a:srgbClr val="990053"/>
                </a:solidFill>
                <a:latin typeface="Consolas"/>
                <a:cs typeface="Consolas"/>
              </a:rPr>
              <a:t>div</a:t>
            </a:r>
            <a:r>
              <a:rPr sz="1000" spc="-10" dirty="0">
                <a:solidFill>
                  <a:srgbClr val="999999"/>
                </a:solidFill>
                <a:latin typeface="Consolas"/>
                <a:cs typeface="Consolas"/>
              </a:rPr>
              <a:t>&gt;</a:t>
            </a:r>
            <a:endParaRPr sz="1000">
              <a:latin typeface="Consolas"/>
              <a:cs typeface="Consolas"/>
            </a:endParaRPr>
          </a:p>
          <a:p>
            <a:pPr marL="461009">
              <a:lnSpc>
                <a:spcPts val="1175"/>
              </a:lnSpc>
            </a:pPr>
            <a:r>
              <a:rPr sz="1000" dirty="0">
                <a:solidFill>
                  <a:srgbClr val="999999"/>
                </a:solidFill>
                <a:latin typeface="Consolas"/>
                <a:cs typeface="Consolas"/>
              </a:rPr>
              <a:t>&lt;</a:t>
            </a:r>
            <a:r>
              <a:rPr sz="1000" dirty="0">
                <a:solidFill>
                  <a:srgbClr val="990053"/>
                </a:solidFill>
                <a:latin typeface="Consolas"/>
                <a:cs typeface="Consolas"/>
              </a:rPr>
              <a:t>div </a:t>
            </a:r>
            <a:r>
              <a:rPr sz="1000" dirty="0">
                <a:solidFill>
                  <a:srgbClr val="669900"/>
                </a:solidFill>
                <a:latin typeface="Consolas"/>
                <a:cs typeface="Consolas"/>
              </a:rPr>
              <a:t>class</a:t>
            </a:r>
            <a:r>
              <a:rPr sz="1000" dirty="0">
                <a:solidFill>
                  <a:srgbClr val="999999"/>
                </a:solidFill>
                <a:latin typeface="Consolas"/>
                <a:cs typeface="Consolas"/>
              </a:rPr>
              <a:t>="</a:t>
            </a:r>
            <a:r>
              <a:rPr sz="1000" dirty="0">
                <a:solidFill>
                  <a:srgbClr val="0077AA"/>
                </a:solidFill>
                <a:latin typeface="Consolas"/>
                <a:cs typeface="Consolas"/>
              </a:rPr>
              <a:t>footer</a:t>
            </a:r>
            <a:r>
              <a:rPr sz="1000" dirty="0">
                <a:solidFill>
                  <a:srgbClr val="999999"/>
                </a:solidFill>
                <a:latin typeface="Consolas"/>
                <a:cs typeface="Consolas"/>
              </a:rPr>
              <a:t>"&gt;</a:t>
            </a:r>
            <a:r>
              <a:rPr sz="1000" dirty="0">
                <a:latin typeface="Consolas"/>
                <a:cs typeface="Consolas"/>
              </a:rPr>
              <a:t>Digunakan</a:t>
            </a:r>
            <a:r>
              <a:rPr sz="1000" spc="10" dirty="0">
                <a:latin typeface="Consolas"/>
                <a:cs typeface="Consolas"/>
              </a:rPr>
              <a:t> </a:t>
            </a:r>
            <a:r>
              <a:rPr sz="1000" dirty="0">
                <a:latin typeface="Consolas"/>
                <a:cs typeface="Consolas"/>
              </a:rPr>
              <a:t>bagian</a:t>
            </a:r>
            <a:r>
              <a:rPr sz="1000" spc="15" dirty="0">
                <a:latin typeface="Consolas"/>
                <a:cs typeface="Consolas"/>
              </a:rPr>
              <a:t> </a:t>
            </a:r>
            <a:r>
              <a:rPr sz="1000" spc="-10" dirty="0">
                <a:latin typeface="Consolas"/>
                <a:cs typeface="Consolas"/>
              </a:rPr>
              <a:t>footer...</a:t>
            </a:r>
            <a:r>
              <a:rPr sz="1000" spc="-10" dirty="0">
                <a:solidFill>
                  <a:srgbClr val="999999"/>
                </a:solidFill>
                <a:latin typeface="Consolas"/>
                <a:cs typeface="Consolas"/>
              </a:rPr>
              <a:t>&lt;/</a:t>
            </a:r>
            <a:r>
              <a:rPr sz="1000" spc="-10" dirty="0">
                <a:solidFill>
                  <a:srgbClr val="990053"/>
                </a:solidFill>
                <a:latin typeface="Consolas"/>
                <a:cs typeface="Consolas"/>
              </a:rPr>
              <a:t>div</a:t>
            </a:r>
            <a:r>
              <a:rPr sz="1000" spc="-10" dirty="0">
                <a:solidFill>
                  <a:srgbClr val="999999"/>
                </a:solidFill>
                <a:latin typeface="Consolas"/>
                <a:cs typeface="Consolas"/>
              </a:rPr>
              <a:t>&gt;</a:t>
            </a:r>
            <a:endParaRPr sz="1000">
              <a:latin typeface="Consolas"/>
              <a:cs typeface="Consolas"/>
            </a:endParaRPr>
          </a:p>
          <a:p>
            <a:pPr marL="174625">
              <a:lnSpc>
                <a:spcPct val="100000"/>
              </a:lnSpc>
              <a:spcBef>
                <a:spcPts val="590"/>
              </a:spcBef>
            </a:pPr>
            <a:r>
              <a:rPr sz="1000" spc="-10" dirty="0">
                <a:solidFill>
                  <a:srgbClr val="999999"/>
                </a:solidFill>
                <a:latin typeface="Consolas"/>
                <a:cs typeface="Consolas"/>
              </a:rPr>
              <a:t>&lt;/</a:t>
            </a:r>
            <a:r>
              <a:rPr sz="1000" spc="-10" dirty="0">
                <a:solidFill>
                  <a:srgbClr val="990053"/>
                </a:solidFill>
                <a:latin typeface="Consolas"/>
                <a:cs typeface="Consolas"/>
              </a:rPr>
              <a:t>div</a:t>
            </a:r>
            <a:r>
              <a:rPr sz="1000" spc="-10" dirty="0">
                <a:solidFill>
                  <a:srgbClr val="999999"/>
                </a:solidFill>
                <a:latin typeface="Consolas"/>
                <a:cs typeface="Consolas"/>
              </a:rPr>
              <a:t>&gt;</a:t>
            </a:r>
            <a:endParaRPr sz="1000">
              <a:latin typeface="Consolas"/>
              <a:cs typeface="Consolas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1200" y="4086225"/>
            <a:ext cx="4518660" cy="5486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31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merupakan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syntax</a:t>
            </a:r>
            <a:r>
              <a:rPr sz="1200" spc="-1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berfungsi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2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menampilkan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web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sesuai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10" dirty="0">
                <a:latin typeface="Times New Roman"/>
                <a:cs typeface="Times New Roman"/>
              </a:rPr>
              <a:t>dengan layar.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711200" y="4901565"/>
            <a:ext cx="4665980" cy="1078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3700"/>
              </a:lnSpc>
              <a:spcBef>
                <a:spcPts val="100"/>
              </a:spcBef>
            </a:pPr>
            <a:r>
              <a:rPr sz="1200" dirty="0">
                <a:latin typeface="Times New Roman"/>
                <a:cs typeface="Times New Roman"/>
              </a:rPr>
              <a:t>merupakan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External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Style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sheet</a:t>
            </a:r>
            <a:r>
              <a:rPr sz="1200" spc="-2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yang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digunakan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untuk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mengload</a:t>
            </a:r>
            <a:r>
              <a:rPr sz="1200" spc="-4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file</a:t>
            </a:r>
            <a:r>
              <a:rPr sz="1200" spc="-5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css</a:t>
            </a:r>
            <a:r>
              <a:rPr sz="1200" spc="-3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. </a:t>
            </a:r>
            <a:r>
              <a:rPr sz="1200" dirty="0">
                <a:latin typeface="Times New Roman"/>
                <a:cs typeface="Times New Roman"/>
              </a:rPr>
              <a:t>Pada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Struktur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HTML</a:t>
            </a:r>
            <a:r>
              <a:rPr sz="1200" spc="15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berikut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terdapat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3</a:t>
            </a:r>
            <a:r>
              <a:rPr sz="1200" spc="16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class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utama</a:t>
            </a:r>
            <a:r>
              <a:rPr sz="1200" spc="185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yaitu</a:t>
            </a:r>
            <a:r>
              <a:rPr sz="1200" spc="17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header</a:t>
            </a:r>
            <a:r>
              <a:rPr sz="1200" spc="16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,</a:t>
            </a:r>
            <a:r>
              <a:rPr sz="1200" spc="180" dirty="0">
                <a:latin typeface="Times New Roman"/>
                <a:cs typeface="Times New Roman"/>
              </a:rPr>
              <a:t> </a:t>
            </a:r>
            <a:r>
              <a:rPr sz="1200" spc="-20" dirty="0">
                <a:latin typeface="Times New Roman"/>
                <a:cs typeface="Times New Roman"/>
              </a:rPr>
              <a:t>main </a:t>
            </a:r>
            <a:r>
              <a:rPr sz="1200" dirty="0">
                <a:latin typeface="Times New Roman"/>
                <a:cs typeface="Times New Roman"/>
              </a:rPr>
              <a:t>dan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dirty="0">
                <a:latin typeface="Times New Roman"/>
                <a:cs typeface="Times New Roman"/>
              </a:rPr>
              <a:t>footer</a:t>
            </a:r>
            <a:r>
              <a:rPr sz="1200" spc="-30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.</a:t>
            </a:r>
            <a:endParaRPr sz="1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40"/>
              </a:spcBef>
            </a:pPr>
            <a:r>
              <a:rPr sz="1200" dirty="0">
                <a:latin typeface="Times New Roman"/>
                <a:cs typeface="Times New Roman"/>
              </a:rPr>
              <a:t>Yaitu</a:t>
            </a:r>
            <a:r>
              <a:rPr sz="1200" spc="15" dirty="0">
                <a:latin typeface="Times New Roman"/>
                <a:cs typeface="Times New Roman"/>
              </a:rPr>
              <a:t> </a:t>
            </a:r>
            <a:r>
              <a:rPr sz="1200" spc="-50" dirty="0">
                <a:latin typeface="Times New Roman"/>
                <a:cs typeface="Times New Roman"/>
              </a:rPr>
              <a:t>: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20090" y="596900"/>
            <a:ext cx="5401945" cy="2964180"/>
          </a:xfrm>
          <a:custGeom>
            <a:avLst/>
            <a:gdLst/>
            <a:ahLst/>
            <a:cxnLst/>
            <a:rect l="l" t="t" r="r" b="b"/>
            <a:pathLst>
              <a:path w="5401945" h="2964179">
                <a:moveTo>
                  <a:pt x="5401945" y="0"/>
                </a:moveTo>
                <a:lnTo>
                  <a:pt x="0" y="0"/>
                </a:lnTo>
                <a:lnTo>
                  <a:pt x="0" y="2964179"/>
                </a:lnTo>
                <a:lnTo>
                  <a:pt x="5401945" y="2964179"/>
                </a:lnTo>
                <a:lnTo>
                  <a:pt x="5401945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054417" y="617219"/>
            <a:ext cx="2609850" cy="16402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4450">
              <a:lnSpc>
                <a:spcPts val="1175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&lt;div</a:t>
            </a:r>
            <a:r>
              <a:rPr sz="1000" spc="-2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class=</a:t>
            </a:r>
            <a:r>
              <a:rPr sz="1000" b="1" spc="-10" dirty="0">
                <a:latin typeface="Times New Roman"/>
                <a:cs typeface="Times New Roman"/>
              </a:rPr>
              <a:t>"right"</a:t>
            </a:r>
            <a:r>
              <a:rPr sz="1000" spc="-10" dirty="0">
                <a:latin typeface="Times New Roman"/>
                <a:cs typeface="Times New Roman"/>
              </a:rPr>
              <a:t>&gt;</a:t>
            </a:r>
            <a:endParaRPr sz="1000">
              <a:latin typeface="Times New Roman"/>
              <a:cs typeface="Times New Roman"/>
            </a:endParaRPr>
          </a:p>
          <a:p>
            <a:pPr marL="265430">
              <a:lnSpc>
                <a:spcPts val="1155"/>
              </a:lnSpc>
            </a:pPr>
            <a:r>
              <a:rPr sz="1000" dirty="0">
                <a:latin typeface="Times New Roman"/>
                <a:cs typeface="Times New Roman"/>
              </a:rPr>
              <a:t>&lt;h3</a:t>
            </a:r>
            <a:r>
              <a:rPr sz="1000" spc="1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align=</a:t>
            </a:r>
            <a:r>
              <a:rPr sz="1000" b="1" spc="-10" dirty="0">
                <a:latin typeface="Times New Roman"/>
                <a:cs typeface="Times New Roman"/>
              </a:rPr>
              <a:t>"center"</a:t>
            </a:r>
            <a:r>
              <a:rPr sz="1000" spc="-10" dirty="0">
                <a:latin typeface="Times New Roman"/>
                <a:cs typeface="Times New Roman"/>
              </a:rPr>
              <a:t>&gt;</a:t>
            </a:r>
            <a:r>
              <a:rPr sz="1000" b="1" spc="-10" dirty="0">
                <a:latin typeface="Times New Roman"/>
                <a:cs typeface="Times New Roman"/>
              </a:rPr>
              <a:t>Buku</a:t>
            </a:r>
            <a:r>
              <a:rPr sz="1000" b="1" spc="2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Terpopuler</a:t>
            </a:r>
            <a:r>
              <a:rPr sz="1000" spc="-10" dirty="0">
                <a:latin typeface="Times New Roman"/>
                <a:cs typeface="Times New Roman"/>
              </a:rPr>
              <a:t>&lt;/h3&gt;</a:t>
            </a:r>
            <a:endParaRPr sz="1000">
              <a:latin typeface="Times New Roman"/>
              <a:cs typeface="Times New Roman"/>
            </a:endParaRPr>
          </a:p>
          <a:p>
            <a:pPr marL="265430">
              <a:lnSpc>
                <a:spcPts val="1155"/>
              </a:lnSpc>
            </a:pPr>
            <a:r>
              <a:rPr sz="1000" spc="-25" dirty="0">
                <a:latin typeface="Times New Roman"/>
                <a:cs typeface="Times New Roman"/>
              </a:rPr>
              <a:t>&lt;p&gt;</a:t>
            </a:r>
            <a:endParaRPr sz="1000">
              <a:latin typeface="Times New Roman"/>
              <a:cs typeface="Times New Roman"/>
            </a:endParaRPr>
          </a:p>
          <a:p>
            <a:pPr marL="393065">
              <a:lnSpc>
                <a:spcPts val="1150"/>
              </a:lnSpc>
            </a:pPr>
            <a:r>
              <a:rPr sz="1000" spc="-20" dirty="0">
                <a:latin typeface="Times New Roman"/>
                <a:cs typeface="Times New Roman"/>
              </a:rPr>
              <a:t>&lt;ul&gt;</a:t>
            </a:r>
            <a:endParaRPr sz="1000">
              <a:latin typeface="Times New Roman"/>
              <a:cs typeface="Times New Roman"/>
            </a:endParaRPr>
          </a:p>
          <a:p>
            <a:pPr marL="393065">
              <a:lnSpc>
                <a:spcPts val="1145"/>
              </a:lnSpc>
            </a:pPr>
            <a:r>
              <a:rPr sz="1000" spc="-10" dirty="0">
                <a:latin typeface="Times New Roman"/>
                <a:cs typeface="Times New Roman"/>
              </a:rPr>
              <a:t>&lt;li&gt;&lt;a</a:t>
            </a:r>
            <a:r>
              <a:rPr sz="1000" spc="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href=</a:t>
            </a:r>
            <a:r>
              <a:rPr sz="1000" b="1" spc="-10" dirty="0">
                <a:latin typeface="Times New Roman"/>
                <a:cs typeface="Times New Roman"/>
              </a:rPr>
              <a:t>"#"</a:t>
            </a:r>
            <a:r>
              <a:rPr sz="1000" spc="-10" dirty="0">
                <a:latin typeface="Times New Roman"/>
                <a:cs typeface="Times New Roman"/>
              </a:rPr>
              <a:t>&gt;</a:t>
            </a:r>
            <a:r>
              <a:rPr sz="1000" b="1" spc="-10" dirty="0">
                <a:latin typeface="Times New Roman"/>
                <a:cs typeface="Times New Roman"/>
              </a:rPr>
              <a:t>Web</a:t>
            </a:r>
            <a:r>
              <a:rPr sz="1000" b="1" spc="15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Design</a:t>
            </a:r>
            <a:r>
              <a:rPr sz="1000" spc="-10" dirty="0">
                <a:latin typeface="Times New Roman"/>
                <a:cs typeface="Times New Roman"/>
              </a:rPr>
              <a:t>&lt;/a&gt;&lt;/li&gt;</a:t>
            </a:r>
            <a:endParaRPr sz="1000">
              <a:latin typeface="Times New Roman"/>
              <a:cs typeface="Times New Roman"/>
            </a:endParaRPr>
          </a:p>
          <a:p>
            <a:pPr marL="393065">
              <a:lnSpc>
                <a:spcPts val="1145"/>
              </a:lnSpc>
            </a:pPr>
            <a:r>
              <a:rPr sz="1000" dirty="0">
                <a:latin typeface="Times New Roman"/>
                <a:cs typeface="Times New Roman"/>
              </a:rPr>
              <a:t>&lt;li&gt;&lt;a</a:t>
            </a:r>
            <a:r>
              <a:rPr sz="1000" spc="-5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href=</a:t>
            </a:r>
            <a:r>
              <a:rPr sz="1000" b="1" spc="-10" dirty="0">
                <a:latin typeface="Times New Roman"/>
                <a:cs typeface="Times New Roman"/>
              </a:rPr>
              <a:t>"#"</a:t>
            </a:r>
            <a:r>
              <a:rPr sz="1000" spc="-10" dirty="0">
                <a:latin typeface="Times New Roman"/>
                <a:cs typeface="Times New Roman"/>
              </a:rPr>
              <a:t>&gt;</a:t>
            </a:r>
            <a:r>
              <a:rPr sz="1000" b="1" spc="-10" dirty="0">
                <a:latin typeface="Times New Roman"/>
                <a:cs typeface="Times New Roman"/>
              </a:rPr>
              <a:t>Pemrograman</a:t>
            </a:r>
            <a:r>
              <a:rPr sz="1000" spc="-10" dirty="0">
                <a:latin typeface="Times New Roman"/>
                <a:cs typeface="Times New Roman"/>
              </a:rPr>
              <a:t>&lt;/a&gt;&lt;/li&gt;</a:t>
            </a:r>
            <a:endParaRPr sz="1000">
              <a:latin typeface="Times New Roman"/>
              <a:cs typeface="Times New Roman"/>
            </a:endParaRPr>
          </a:p>
          <a:p>
            <a:pPr marL="393065">
              <a:lnSpc>
                <a:spcPts val="1150"/>
              </a:lnSpc>
            </a:pPr>
            <a:r>
              <a:rPr sz="1000" dirty="0">
                <a:latin typeface="Times New Roman"/>
                <a:cs typeface="Times New Roman"/>
              </a:rPr>
              <a:t>&lt;li&gt;&lt;a</a:t>
            </a:r>
            <a:r>
              <a:rPr sz="1000" spc="-5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href=</a:t>
            </a:r>
            <a:r>
              <a:rPr sz="1000" b="1" spc="-10" dirty="0">
                <a:latin typeface="Times New Roman"/>
                <a:cs typeface="Times New Roman"/>
              </a:rPr>
              <a:t>"#"</a:t>
            </a:r>
            <a:r>
              <a:rPr sz="1000" spc="-10" dirty="0">
                <a:latin typeface="Times New Roman"/>
                <a:cs typeface="Times New Roman"/>
              </a:rPr>
              <a:t>&gt;</a:t>
            </a:r>
            <a:r>
              <a:rPr sz="1000" b="1" spc="-10" dirty="0">
                <a:latin typeface="Times New Roman"/>
                <a:cs typeface="Times New Roman"/>
              </a:rPr>
              <a:t>Database</a:t>
            </a:r>
            <a:r>
              <a:rPr sz="1000" spc="-10" dirty="0">
                <a:latin typeface="Times New Roman"/>
                <a:cs typeface="Times New Roman"/>
              </a:rPr>
              <a:t>&lt;/a&gt;&lt;/li&gt;</a:t>
            </a:r>
            <a:endParaRPr sz="1000">
              <a:latin typeface="Times New Roman"/>
              <a:cs typeface="Times New Roman"/>
            </a:endParaRPr>
          </a:p>
          <a:p>
            <a:pPr marL="393065">
              <a:lnSpc>
                <a:spcPts val="1155"/>
              </a:lnSpc>
            </a:pPr>
            <a:r>
              <a:rPr sz="1000" spc="-10" dirty="0">
                <a:latin typeface="Times New Roman"/>
                <a:cs typeface="Times New Roman"/>
              </a:rPr>
              <a:t>&lt;/ul&gt;</a:t>
            </a:r>
            <a:endParaRPr sz="1000">
              <a:latin typeface="Times New Roman"/>
              <a:cs typeface="Times New Roman"/>
            </a:endParaRPr>
          </a:p>
          <a:p>
            <a:pPr marR="2090420" algn="r">
              <a:lnSpc>
                <a:spcPts val="1155"/>
              </a:lnSpc>
            </a:pPr>
            <a:r>
              <a:rPr sz="1000" spc="-20" dirty="0">
                <a:latin typeface="Times New Roman"/>
                <a:cs typeface="Times New Roman"/>
              </a:rPr>
              <a:t>&lt;/p&gt;</a:t>
            </a:r>
            <a:endParaRPr sz="1000">
              <a:latin typeface="Times New Roman"/>
              <a:cs typeface="Times New Roman"/>
            </a:endParaRPr>
          </a:p>
          <a:p>
            <a:pPr marR="2117090" algn="r">
              <a:lnSpc>
                <a:spcPts val="1150"/>
              </a:lnSpc>
            </a:pPr>
            <a:r>
              <a:rPr sz="1000" spc="-10" dirty="0">
                <a:latin typeface="Times New Roman"/>
                <a:cs typeface="Times New Roman"/>
              </a:rPr>
              <a:t>&lt;/div&gt;</a:t>
            </a:r>
            <a:endParaRPr sz="1000">
              <a:latin typeface="Times New Roman"/>
              <a:cs typeface="Times New Roman"/>
            </a:endParaRPr>
          </a:p>
          <a:p>
            <a:pPr marL="12700">
              <a:lnSpc>
                <a:spcPts val="1175"/>
              </a:lnSpc>
            </a:pPr>
            <a:r>
              <a:rPr sz="1000" spc="-10" dirty="0">
                <a:latin typeface="Times New Roman"/>
                <a:cs typeface="Times New Roman"/>
              </a:rPr>
              <a:t>&lt;/div&gt;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827020" y="2533650"/>
            <a:ext cx="389890" cy="152400"/>
          </a:xfrm>
          <a:prstGeom prst="rect">
            <a:avLst/>
          </a:prstGeom>
          <a:solidFill>
            <a:srgbClr val="FCFBDF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160"/>
              </a:lnSpc>
            </a:pPr>
            <a:r>
              <a:rPr sz="1000" i="1" spc="-10" dirty="0">
                <a:latin typeface="Times New Roman"/>
                <a:cs typeface="Times New Roman"/>
              </a:rPr>
              <a:t>&amp;copy;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220085" y="2516123"/>
            <a:ext cx="2099310" cy="177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" b="1" dirty="0">
                <a:latin typeface="Times New Roman"/>
                <a:cs typeface="Times New Roman"/>
              </a:rPr>
              <a:t>2018</a:t>
            </a:r>
            <a:r>
              <a:rPr sz="1000" b="1" spc="-3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Belajar</a:t>
            </a:r>
            <a:r>
              <a:rPr sz="1000" b="1" spc="-30" dirty="0">
                <a:latin typeface="Times New Roman"/>
                <a:cs typeface="Times New Roman"/>
              </a:rPr>
              <a:t> </a:t>
            </a:r>
            <a:r>
              <a:rPr sz="1000" b="1" dirty="0">
                <a:latin typeface="Times New Roman"/>
                <a:cs typeface="Times New Roman"/>
              </a:rPr>
              <a:t>CSS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b="1" spc="-10" dirty="0">
                <a:latin typeface="Times New Roman"/>
                <a:cs typeface="Times New Roman"/>
              </a:rPr>
              <a:t>Responsive</a:t>
            </a:r>
            <a:r>
              <a:rPr sz="1000" b="1" spc="-2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&lt;/a&gt;&lt;/p&gt;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9307" y="2370073"/>
            <a:ext cx="2002155" cy="9118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4810">
              <a:lnSpc>
                <a:spcPts val="1175"/>
              </a:lnSpc>
              <a:spcBef>
                <a:spcPts val="100"/>
              </a:spcBef>
            </a:pPr>
            <a:r>
              <a:rPr sz="1000" dirty="0">
                <a:latin typeface="Times New Roman"/>
                <a:cs typeface="Times New Roman"/>
              </a:rPr>
              <a:t>&lt;div</a:t>
            </a:r>
            <a:r>
              <a:rPr sz="1000" spc="-35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class=</a:t>
            </a:r>
            <a:r>
              <a:rPr sz="1000" b="1" spc="-10" dirty="0">
                <a:latin typeface="Times New Roman"/>
                <a:cs typeface="Times New Roman"/>
              </a:rPr>
              <a:t>"footer"</a:t>
            </a:r>
            <a:r>
              <a:rPr sz="1000" spc="-10" dirty="0">
                <a:latin typeface="Times New Roman"/>
                <a:cs typeface="Times New Roman"/>
              </a:rPr>
              <a:t>&gt;</a:t>
            </a:r>
            <a:endParaRPr sz="1000">
              <a:latin typeface="Times New Roman"/>
              <a:cs typeface="Times New Roman"/>
            </a:endParaRPr>
          </a:p>
          <a:p>
            <a:pPr marL="384810">
              <a:lnSpc>
                <a:spcPts val="1160"/>
              </a:lnSpc>
            </a:pPr>
            <a:r>
              <a:rPr sz="1000" dirty="0">
                <a:latin typeface="Times New Roman"/>
                <a:cs typeface="Times New Roman"/>
              </a:rPr>
              <a:t>&lt;p</a:t>
            </a:r>
            <a:r>
              <a:rPr sz="1000" spc="-50" dirty="0">
                <a:latin typeface="Times New Roman"/>
                <a:cs typeface="Times New Roman"/>
              </a:rPr>
              <a:t> </a:t>
            </a:r>
            <a:r>
              <a:rPr sz="1000" spc="-10" dirty="0">
                <a:latin typeface="Times New Roman"/>
                <a:cs typeface="Times New Roman"/>
              </a:rPr>
              <a:t>align=</a:t>
            </a:r>
            <a:r>
              <a:rPr sz="1000" b="1" spc="-10" dirty="0">
                <a:latin typeface="Times New Roman"/>
                <a:cs typeface="Times New Roman"/>
              </a:rPr>
              <a:t>"center"</a:t>
            </a:r>
            <a:r>
              <a:rPr sz="1000" spc="-10" dirty="0">
                <a:latin typeface="Times New Roman"/>
                <a:cs typeface="Times New Roman"/>
              </a:rPr>
              <a:t>&gt;</a:t>
            </a:r>
            <a:r>
              <a:rPr sz="1000" b="1" spc="-10" dirty="0">
                <a:latin typeface="Times New Roman"/>
                <a:cs typeface="Times New Roman"/>
              </a:rPr>
              <a:t>Coppright</a:t>
            </a:r>
            <a:endParaRPr sz="1000">
              <a:latin typeface="Times New Roman"/>
              <a:cs typeface="Times New Roman"/>
            </a:endParaRPr>
          </a:p>
          <a:p>
            <a:pPr marL="384810">
              <a:lnSpc>
                <a:spcPts val="1155"/>
              </a:lnSpc>
            </a:pPr>
            <a:r>
              <a:rPr sz="1000" spc="-10" dirty="0">
                <a:latin typeface="Times New Roman"/>
                <a:cs typeface="Times New Roman"/>
              </a:rPr>
              <a:t>&lt;/div&gt;</a:t>
            </a:r>
            <a:endParaRPr sz="1000">
              <a:latin typeface="Times New Roman"/>
              <a:cs typeface="Times New Roman"/>
            </a:endParaRPr>
          </a:p>
          <a:p>
            <a:pPr marR="1519555" algn="r">
              <a:lnSpc>
                <a:spcPts val="1140"/>
              </a:lnSpc>
            </a:pPr>
            <a:r>
              <a:rPr sz="1000" spc="-10" dirty="0">
                <a:latin typeface="Times New Roman"/>
                <a:cs typeface="Times New Roman"/>
              </a:rPr>
              <a:t>&lt;/div&gt;</a:t>
            </a:r>
            <a:endParaRPr sz="1000">
              <a:latin typeface="Times New Roman"/>
              <a:cs typeface="Times New Roman"/>
            </a:endParaRPr>
          </a:p>
          <a:p>
            <a:pPr marR="1556385" algn="r">
              <a:lnSpc>
                <a:spcPts val="1160"/>
              </a:lnSpc>
            </a:pPr>
            <a:r>
              <a:rPr sz="1000" spc="-10" dirty="0">
                <a:latin typeface="Times New Roman"/>
                <a:cs typeface="Times New Roman"/>
              </a:rPr>
              <a:t>&lt;/body&gt;</a:t>
            </a:r>
            <a:endParaRPr sz="1000">
              <a:latin typeface="Times New Roman"/>
              <a:cs typeface="Times New Roman"/>
            </a:endParaRPr>
          </a:p>
          <a:p>
            <a:pPr marR="1576705" algn="r">
              <a:lnSpc>
                <a:spcPts val="1190"/>
              </a:lnSpc>
            </a:pPr>
            <a:r>
              <a:rPr sz="1000" spc="-10" dirty="0">
                <a:latin typeface="Times New Roman"/>
                <a:cs typeface="Times New Roman"/>
              </a:rPr>
              <a:t>&lt;/html&gt;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32790" y="4723765"/>
            <a:ext cx="3858260" cy="190500"/>
          </a:xfrm>
          <a:custGeom>
            <a:avLst/>
            <a:gdLst/>
            <a:ahLst/>
            <a:cxnLst/>
            <a:rect l="l" t="t" r="r" b="b"/>
            <a:pathLst>
              <a:path w="3858260" h="190500">
                <a:moveTo>
                  <a:pt x="0" y="190500"/>
                </a:moveTo>
                <a:lnTo>
                  <a:pt x="3858260" y="190500"/>
                </a:lnTo>
                <a:lnTo>
                  <a:pt x="3858260" y="0"/>
                </a:lnTo>
                <a:lnTo>
                  <a:pt x="0" y="0"/>
                </a:lnTo>
                <a:lnTo>
                  <a:pt x="0" y="190500"/>
                </a:lnTo>
                <a:close/>
              </a:path>
            </a:pathLst>
          </a:custGeom>
          <a:ln w="9144">
            <a:solidFill>
              <a:srgbClr val="E1EBF3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749300" y="4734559"/>
            <a:ext cx="3775710" cy="156210"/>
          </a:xfrm>
          <a:prstGeom prst="rect">
            <a:avLst/>
          </a:prstGeom>
          <a:solidFill>
            <a:srgbClr val="F7F8F9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5"/>
              </a:lnSpc>
            </a:pPr>
            <a:r>
              <a:rPr sz="1150" dirty="0">
                <a:solidFill>
                  <a:srgbClr val="394145"/>
                </a:solidFill>
                <a:latin typeface="Courier New"/>
                <a:cs typeface="Courier New"/>
              </a:rPr>
              <a:t>&lt;link</a:t>
            </a:r>
            <a:r>
              <a:rPr sz="1150" spc="20" dirty="0">
                <a:solidFill>
                  <a:srgbClr val="394145"/>
                </a:solidFill>
                <a:latin typeface="Courier New"/>
                <a:cs typeface="Courier New"/>
              </a:rPr>
              <a:t> </a:t>
            </a:r>
            <a:r>
              <a:rPr sz="1150" dirty="0">
                <a:solidFill>
                  <a:srgbClr val="394145"/>
                </a:solidFill>
                <a:latin typeface="Courier New"/>
                <a:cs typeface="Courier New"/>
              </a:rPr>
              <a:t>rel="stylesheet"</a:t>
            </a:r>
            <a:r>
              <a:rPr sz="1150" spc="45" dirty="0">
                <a:solidFill>
                  <a:srgbClr val="394145"/>
                </a:solidFill>
                <a:latin typeface="Courier New"/>
                <a:cs typeface="Courier New"/>
              </a:rPr>
              <a:t> </a:t>
            </a:r>
            <a:r>
              <a:rPr sz="1150" spc="-10" dirty="0">
                <a:solidFill>
                  <a:srgbClr val="394145"/>
                </a:solidFill>
                <a:latin typeface="Courier New"/>
                <a:cs typeface="Courier New"/>
              </a:rPr>
              <a:t>href="css/main.css"&gt;</a:t>
            </a:r>
            <a:endParaRPr sz="1150">
              <a:latin typeface="Courier New"/>
              <a:cs typeface="Courier New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09930" y="490219"/>
            <a:ext cx="4460875" cy="812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690" marR="5080" indent="-174625">
              <a:lnSpc>
                <a:spcPct val="143100"/>
              </a:lnSpc>
              <a:spcBef>
                <a:spcPts val="100"/>
              </a:spcBef>
              <a:buClr>
                <a:srgbClr val="000000"/>
              </a:buClr>
              <a:buAutoNum type="arabicPeriod" startAt="3"/>
              <a:tabLst>
                <a:tab pos="186690" algn="l"/>
              </a:tabLst>
            </a:pPr>
            <a:r>
              <a:rPr sz="1200" dirty="0">
                <a:solidFill>
                  <a:srgbClr val="394145"/>
                </a:solidFill>
                <a:latin typeface="Times New Roman"/>
                <a:cs typeface="Times New Roman"/>
              </a:rPr>
              <a:t>Setelah</a:t>
            </a:r>
            <a:r>
              <a:rPr sz="1200" spc="-50" dirty="0">
                <a:solidFill>
                  <a:srgbClr val="39414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94145"/>
                </a:solidFill>
                <a:latin typeface="Times New Roman"/>
                <a:cs typeface="Times New Roman"/>
              </a:rPr>
              <a:t>selesai</a:t>
            </a:r>
            <a:r>
              <a:rPr sz="1200" spc="-40" dirty="0">
                <a:solidFill>
                  <a:srgbClr val="39414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94145"/>
                </a:solidFill>
                <a:latin typeface="Times New Roman"/>
                <a:cs typeface="Times New Roman"/>
              </a:rPr>
              <a:t>mengetikan</a:t>
            </a:r>
            <a:r>
              <a:rPr sz="1200" spc="-50" dirty="0">
                <a:solidFill>
                  <a:srgbClr val="39414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94145"/>
                </a:solidFill>
                <a:latin typeface="Times New Roman"/>
                <a:cs typeface="Times New Roman"/>
              </a:rPr>
              <a:t>kodingan</a:t>
            </a:r>
            <a:r>
              <a:rPr sz="1200" spc="-45" dirty="0">
                <a:solidFill>
                  <a:srgbClr val="39414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94145"/>
                </a:solidFill>
                <a:latin typeface="Times New Roman"/>
                <a:cs typeface="Times New Roman"/>
              </a:rPr>
              <a:t>diatas,</a:t>
            </a:r>
            <a:r>
              <a:rPr sz="1200" spc="-45" dirty="0">
                <a:solidFill>
                  <a:srgbClr val="39414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94145"/>
                </a:solidFill>
                <a:latin typeface="Times New Roman"/>
                <a:cs typeface="Times New Roman"/>
              </a:rPr>
              <a:t>simpanlah</a:t>
            </a:r>
            <a:r>
              <a:rPr sz="1200" spc="-45" dirty="0">
                <a:solidFill>
                  <a:srgbClr val="39414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94145"/>
                </a:solidFill>
                <a:latin typeface="Times New Roman"/>
                <a:cs typeface="Times New Roman"/>
              </a:rPr>
              <a:t>file</a:t>
            </a:r>
            <a:r>
              <a:rPr sz="1200" spc="-50" dirty="0">
                <a:solidFill>
                  <a:srgbClr val="39414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94145"/>
                </a:solidFill>
                <a:latin typeface="Times New Roman"/>
                <a:cs typeface="Times New Roman"/>
              </a:rPr>
              <a:t>tersebut</a:t>
            </a:r>
            <a:r>
              <a:rPr sz="1200" spc="-45" dirty="0">
                <a:solidFill>
                  <a:srgbClr val="394145"/>
                </a:solidFill>
                <a:latin typeface="Times New Roman"/>
                <a:cs typeface="Times New Roman"/>
              </a:rPr>
              <a:t> </a:t>
            </a:r>
            <a:r>
              <a:rPr sz="1200" spc="-25" dirty="0">
                <a:solidFill>
                  <a:srgbClr val="394145"/>
                </a:solidFill>
                <a:latin typeface="Times New Roman"/>
                <a:cs typeface="Times New Roman"/>
              </a:rPr>
              <a:t>di </a:t>
            </a:r>
            <a:r>
              <a:rPr sz="1200" dirty="0">
                <a:solidFill>
                  <a:srgbClr val="394145"/>
                </a:solidFill>
                <a:latin typeface="Times New Roman"/>
                <a:cs typeface="Times New Roman"/>
              </a:rPr>
              <a:t>dalam</a:t>
            </a:r>
            <a:r>
              <a:rPr sz="1200" spc="-45" dirty="0">
                <a:solidFill>
                  <a:srgbClr val="39414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94145"/>
                </a:solidFill>
                <a:latin typeface="Times New Roman"/>
                <a:cs typeface="Times New Roman"/>
              </a:rPr>
              <a:t>folder</a:t>
            </a:r>
            <a:r>
              <a:rPr sz="1200" spc="-35" dirty="0">
                <a:solidFill>
                  <a:srgbClr val="39414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94145"/>
                </a:solidFill>
                <a:latin typeface="Times New Roman"/>
                <a:cs typeface="Times New Roman"/>
              </a:rPr>
              <a:t>perpus</a:t>
            </a:r>
            <a:r>
              <a:rPr sz="1200" spc="-20" dirty="0">
                <a:solidFill>
                  <a:srgbClr val="39414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94145"/>
                </a:solidFill>
                <a:latin typeface="Times New Roman"/>
                <a:cs typeface="Times New Roman"/>
              </a:rPr>
              <a:t>dengan</a:t>
            </a:r>
            <a:r>
              <a:rPr sz="1200" spc="-30" dirty="0">
                <a:solidFill>
                  <a:srgbClr val="39414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94145"/>
                </a:solidFill>
                <a:latin typeface="Times New Roman"/>
                <a:cs typeface="Times New Roman"/>
              </a:rPr>
              <a:t>nama</a:t>
            </a:r>
            <a:r>
              <a:rPr sz="1200" spc="-25" dirty="0">
                <a:solidFill>
                  <a:srgbClr val="394145"/>
                </a:solidFill>
                <a:latin typeface="Times New Roman"/>
                <a:cs typeface="Times New Roman"/>
              </a:rPr>
              <a:t> </a:t>
            </a:r>
            <a:r>
              <a:rPr sz="1200" spc="-10" dirty="0">
                <a:solidFill>
                  <a:srgbClr val="394145"/>
                </a:solidFill>
                <a:latin typeface="Times New Roman"/>
                <a:cs typeface="Times New Roman"/>
              </a:rPr>
              <a:t>index.html</a:t>
            </a:r>
            <a:endParaRPr sz="1200">
              <a:latin typeface="Times New Roman"/>
              <a:cs typeface="Times New Roman"/>
            </a:endParaRPr>
          </a:p>
          <a:p>
            <a:pPr marL="186690" indent="-172720">
              <a:lnSpc>
                <a:spcPct val="100000"/>
              </a:lnSpc>
              <a:spcBef>
                <a:spcPts val="630"/>
              </a:spcBef>
              <a:buClr>
                <a:srgbClr val="000000"/>
              </a:buClr>
              <a:buAutoNum type="arabicPeriod" startAt="3"/>
              <a:tabLst>
                <a:tab pos="186690" algn="l"/>
              </a:tabLst>
            </a:pPr>
            <a:r>
              <a:rPr sz="1200" dirty="0">
                <a:solidFill>
                  <a:srgbClr val="394145"/>
                </a:solidFill>
                <a:latin typeface="Times New Roman"/>
                <a:cs typeface="Times New Roman"/>
              </a:rPr>
              <a:t>Lalu</a:t>
            </a:r>
            <a:r>
              <a:rPr sz="1200" spc="25" dirty="0">
                <a:solidFill>
                  <a:srgbClr val="39414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94145"/>
                </a:solidFill>
                <a:latin typeface="Times New Roman"/>
                <a:cs typeface="Times New Roman"/>
              </a:rPr>
              <a:t>panggil</a:t>
            </a:r>
            <a:r>
              <a:rPr sz="1200" spc="30" dirty="0">
                <a:solidFill>
                  <a:srgbClr val="39414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94145"/>
                </a:solidFill>
                <a:latin typeface="Times New Roman"/>
                <a:cs typeface="Times New Roman"/>
              </a:rPr>
              <a:t>file</a:t>
            </a:r>
            <a:r>
              <a:rPr sz="1200" spc="25" dirty="0">
                <a:solidFill>
                  <a:srgbClr val="39414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94145"/>
                </a:solidFill>
                <a:latin typeface="Times New Roman"/>
                <a:cs typeface="Times New Roman"/>
              </a:rPr>
              <a:t>index.html</a:t>
            </a:r>
            <a:r>
              <a:rPr sz="1200" spc="25" dirty="0">
                <a:solidFill>
                  <a:srgbClr val="39414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94145"/>
                </a:solidFill>
                <a:latin typeface="Times New Roman"/>
                <a:cs typeface="Times New Roman"/>
              </a:rPr>
              <a:t>diatas</a:t>
            </a:r>
            <a:r>
              <a:rPr sz="1200" spc="30" dirty="0">
                <a:solidFill>
                  <a:srgbClr val="39414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94145"/>
                </a:solidFill>
                <a:latin typeface="Times New Roman"/>
                <a:cs typeface="Times New Roman"/>
              </a:rPr>
              <a:t>di</a:t>
            </a:r>
            <a:r>
              <a:rPr sz="1200" spc="20" dirty="0">
                <a:solidFill>
                  <a:srgbClr val="394145"/>
                </a:solidFill>
                <a:latin typeface="Times New Roman"/>
                <a:cs typeface="Times New Roman"/>
              </a:rPr>
              <a:t> </a:t>
            </a:r>
            <a:r>
              <a:rPr sz="1200" dirty="0">
                <a:solidFill>
                  <a:srgbClr val="394145"/>
                </a:solidFill>
                <a:latin typeface="Times New Roman"/>
                <a:cs typeface="Times New Roman"/>
              </a:rPr>
              <a:t>browser</a:t>
            </a:r>
            <a:r>
              <a:rPr sz="1200" spc="30" dirty="0">
                <a:solidFill>
                  <a:srgbClr val="394145"/>
                </a:solidFill>
                <a:latin typeface="Times New Roman"/>
                <a:cs typeface="Times New Roman"/>
              </a:rPr>
              <a:t> </a:t>
            </a:r>
            <a:r>
              <a:rPr sz="1200" spc="-20" dirty="0">
                <a:solidFill>
                  <a:srgbClr val="394145"/>
                </a:solidFill>
                <a:latin typeface="Times New Roman"/>
                <a:cs typeface="Times New Roman"/>
              </a:rPr>
              <a:t>anda.</a:t>
            </a:r>
            <a:endParaRPr sz="1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923</Words>
  <Application>Microsoft Office PowerPoint</Application>
  <PresentationFormat>Custom</PresentationFormat>
  <Paragraphs>240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Pramadjaya</dc:creator>
  <cp:lastModifiedBy>Pramadjaya</cp:lastModifiedBy>
  <cp:revision>1</cp:revision>
  <dcterms:created xsi:type="dcterms:W3CDTF">2025-02-18T13:58:04Z</dcterms:created>
  <dcterms:modified xsi:type="dcterms:W3CDTF">2025-02-24T07:12:35Z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2025-02-18T00:00:00Z</vt:filetime>
  </property>
  <property fmtid="{D5CDD505-2E9C-101B-9397-08002B2CF9AE}" pid="3" name="LastSaved">
    <vt:filetime>2025-02-18T00:00:00Z</vt:filetime>
  </property>
  <property fmtid="{D5CDD505-2E9C-101B-9397-08002B2CF9AE}" pid="4" name="Producer">
    <vt:lpwstr>iLovePDF</vt:lpwstr>
  </property>
</Properties>
</file>