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69200" cy="10699750"/>
  <p:notesSz cx="75692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86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19520" y="10056988"/>
            <a:ext cx="208279" cy="166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jsp/jsp_architecture.ht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441" y="1227328"/>
            <a:ext cx="4625975" cy="81680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200" b="1" dirty="0">
                <a:latin typeface="Times New Roman"/>
                <a:cs typeface="Times New Roman"/>
              </a:rPr>
              <a:t>Pertemuan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14</a:t>
            </a:r>
            <a:endParaRPr sz="1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200" b="1" spc="-10" dirty="0">
                <a:latin typeface="Times New Roman"/>
                <a:cs typeface="Times New Roman"/>
              </a:rPr>
              <a:t>Dasar-</a:t>
            </a:r>
            <a:r>
              <a:rPr sz="1200" b="1" dirty="0">
                <a:latin typeface="Times New Roman"/>
                <a:cs typeface="Times New Roman"/>
              </a:rPr>
              <a:t>dasar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JSP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(Java Server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Pages)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356235" algn="l"/>
              </a:tabLst>
            </a:pPr>
            <a:r>
              <a:rPr sz="1200" spc="-10" dirty="0">
                <a:latin typeface="Times New Roman"/>
                <a:cs typeface="Times New Roman"/>
              </a:rPr>
              <a:t>Gambaran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Umum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 dirty="0">
              <a:latin typeface="Times New Roman"/>
              <a:cs typeface="Times New Roman"/>
            </a:endParaRPr>
          </a:p>
          <a:p>
            <a:pPr marL="584200" lvl="1" indent="-227965" algn="just">
              <a:lnSpc>
                <a:spcPct val="100000"/>
              </a:lnSpc>
              <a:spcBef>
                <a:spcPts val="625"/>
              </a:spcBef>
              <a:buAutoNum type="alphaLcPeriod"/>
              <a:tabLst>
                <a:tab pos="584200" algn="l"/>
              </a:tabLst>
            </a:pPr>
            <a:r>
              <a:rPr sz="1200" spc="-10" dirty="0">
                <a:latin typeface="Times New Roman"/>
                <a:cs typeface="Times New Roman"/>
              </a:rPr>
              <a:t>Pengertian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 dirty="0">
              <a:latin typeface="Times New Roman"/>
              <a:cs typeface="Times New Roman"/>
            </a:endParaRPr>
          </a:p>
          <a:p>
            <a:pPr marL="584835" marR="10160" algn="just">
              <a:lnSpc>
                <a:spcPct val="14340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pengembangan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site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mensupport </a:t>
            </a:r>
            <a:r>
              <a:rPr sz="1200" dirty="0">
                <a:latin typeface="Times New Roman"/>
                <a:cs typeface="Times New Roman"/>
              </a:rPr>
              <a:t>konten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dinamis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menyisipkan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sintak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didalam HTML.</a:t>
            </a:r>
            <a:endParaRPr sz="1200" dirty="0">
              <a:latin typeface="Times New Roman"/>
              <a:cs typeface="Times New Roman"/>
            </a:endParaRPr>
          </a:p>
          <a:p>
            <a:pPr marL="584835" lvl="1" indent="-228600" algn="just">
              <a:lnSpc>
                <a:spcPct val="100000"/>
              </a:lnSpc>
              <a:spcBef>
                <a:spcPts val="635"/>
              </a:spcBef>
              <a:buAutoNum type="alphaLcPeriod" startAt="2"/>
              <a:tabLst>
                <a:tab pos="584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Kelebihan</a:t>
            </a:r>
            <a:r>
              <a:rPr sz="1200" spc="-25" dirty="0">
                <a:latin typeface="Times New Roman"/>
                <a:cs typeface="Times New Roman"/>
              </a:rPr>
              <a:t> JSP</a:t>
            </a:r>
            <a:endParaRPr sz="1200" dirty="0">
              <a:latin typeface="Times New Roman"/>
              <a:cs typeface="Times New Roman"/>
            </a:endParaRPr>
          </a:p>
          <a:p>
            <a:pPr marL="584835" marR="9525" indent="341630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bangun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memiliki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kelebihan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 dirty="0">
              <a:latin typeface="Times New Roman"/>
              <a:cs typeface="Times New Roman"/>
            </a:endParaRPr>
          </a:p>
          <a:p>
            <a:pPr marL="928369" marR="5715" lvl="2" indent="-343535" algn="just">
              <a:lnSpc>
                <a:spcPct val="143800"/>
              </a:lnSpc>
              <a:spcBef>
                <a:spcPts val="5"/>
              </a:spcBef>
              <a:buAutoNum type="arabicPeriod"/>
              <a:tabLst>
                <a:tab pos="928369" algn="l"/>
              </a:tabLst>
            </a:pP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dibangun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sehingga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multiplatform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seperti </a:t>
            </a:r>
            <a:r>
              <a:rPr sz="1200" dirty="0">
                <a:latin typeface="Times New Roman"/>
                <a:cs typeface="Times New Roman"/>
              </a:rPr>
              <a:t>Windows,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Linux,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OS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spc="-10" dirty="0">
                <a:latin typeface="Times New Roman"/>
                <a:cs typeface="Times New Roman"/>
              </a:rPr>
              <a:t>lainnya.</a:t>
            </a:r>
            <a:endParaRPr sz="1200" dirty="0">
              <a:latin typeface="Times New Roman"/>
              <a:cs typeface="Times New Roman"/>
            </a:endParaRPr>
          </a:p>
          <a:p>
            <a:pPr marL="928369" marR="5715" lvl="2" indent="-343535" algn="just">
              <a:lnSpc>
                <a:spcPct val="143800"/>
              </a:lnSpc>
              <a:buAutoNum type="arabicPeriod"/>
              <a:tabLst>
                <a:tab pos="928369" algn="l"/>
              </a:tabLst>
            </a:pP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28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2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2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powerful</a:t>
            </a:r>
            <a:r>
              <a:rPr sz="1200" spc="29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dibanding</a:t>
            </a:r>
            <a:r>
              <a:rPr sz="1200" spc="29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CGI/Perl.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selalu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compile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terlebih </a:t>
            </a:r>
            <a:r>
              <a:rPr sz="1200" dirty="0">
                <a:latin typeface="Times New Roman"/>
                <a:cs typeface="Times New Roman"/>
              </a:rPr>
              <a:t>dahulu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sebelum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seperti </a:t>
            </a:r>
            <a:r>
              <a:rPr sz="1200" dirty="0">
                <a:latin typeface="Times New Roman"/>
                <a:cs typeface="Times New Roman"/>
              </a:rPr>
              <a:t>CGI/Perl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mengharuskan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load </a:t>
            </a:r>
            <a:r>
              <a:rPr sz="1200" spc="-10" dirty="0">
                <a:latin typeface="Times New Roman"/>
                <a:cs typeface="Times New Roman"/>
              </a:rPr>
              <a:t>intepreter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target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request.</a:t>
            </a:r>
            <a:endParaRPr sz="1200" dirty="0">
              <a:latin typeface="Times New Roman"/>
              <a:cs typeface="Times New Roman"/>
            </a:endParaRPr>
          </a:p>
          <a:p>
            <a:pPr marL="928369" marR="8890" lvl="2" indent="-343535" algn="just">
              <a:lnSpc>
                <a:spcPct val="143800"/>
              </a:lnSpc>
              <a:buAutoNum type="arabicPeriod"/>
              <a:tabLst>
                <a:tab pos="928369" algn="l"/>
              </a:tabLst>
            </a:pP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mengkombinasikan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menangani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permasalahan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pada</a:t>
            </a:r>
            <a:endParaRPr sz="1200" dirty="0">
              <a:latin typeface="Times New Roman"/>
              <a:cs typeface="Times New Roman"/>
            </a:endParaRPr>
          </a:p>
          <a:p>
            <a:pPr marL="928369" algn="just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lapisan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logika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pengolahan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bisnis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tersebut.</a:t>
            </a:r>
            <a:endParaRPr sz="1200" dirty="0">
              <a:latin typeface="Times New Roman"/>
              <a:cs typeface="Times New Roman"/>
            </a:endParaRPr>
          </a:p>
          <a:p>
            <a:pPr marL="928369" marR="8890" lvl="2" indent="-343535" algn="just">
              <a:lnSpc>
                <a:spcPct val="143700"/>
              </a:lnSpc>
              <a:buAutoNum type="arabicPeriod" startAt="4"/>
              <a:tabLst>
                <a:tab pos="928369" algn="l"/>
              </a:tabLst>
            </a:pP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pemrograman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dibangun </a:t>
            </a:r>
            <a:r>
              <a:rPr sz="1200" dirty="0">
                <a:latin typeface="Times New Roman"/>
                <a:cs typeface="Times New Roman"/>
              </a:rPr>
              <a:t>berdasarkan</a:t>
            </a:r>
            <a:r>
              <a:rPr sz="1200" spc="3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pondasi</a:t>
            </a:r>
            <a:r>
              <a:rPr sz="1200" spc="3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3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Oriented</a:t>
            </a:r>
            <a:r>
              <a:rPr sz="1200" spc="36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Programming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mudah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maintenance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menangani </a:t>
            </a:r>
            <a:r>
              <a:rPr sz="1200" dirty="0">
                <a:latin typeface="Times New Roman"/>
                <a:cs typeface="Times New Roman"/>
              </a:rPr>
              <a:t>permasalahan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kompleks.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6235" algn="l"/>
              </a:tabLst>
            </a:pPr>
            <a:r>
              <a:rPr sz="1200" spc="-25" dirty="0">
                <a:latin typeface="Times New Roman"/>
                <a:cs typeface="Times New Roman"/>
              </a:rPr>
              <a:t>II.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Kebutuhan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Software</a:t>
            </a:r>
            <a:endParaRPr sz="1200" dirty="0">
              <a:latin typeface="Times New Roman"/>
              <a:cs typeface="Times New Roman"/>
            </a:endParaRPr>
          </a:p>
          <a:p>
            <a:pPr marL="356235" marR="129539">
              <a:lnSpc>
                <a:spcPct val="14380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diperlukan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pembelajaran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ini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3295" y="3959225"/>
            <a:ext cx="4281805" cy="19904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21610" y="945896"/>
            <a:ext cx="4283710" cy="13455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50"/>
              </a:spcBef>
              <a:buAutoNum type="arabicPeriod"/>
              <a:tabLst>
                <a:tab pos="353695" algn="l"/>
              </a:tabLst>
            </a:pPr>
            <a:r>
              <a:rPr sz="1200" spc="-20" dirty="0">
                <a:latin typeface="Times New Roman"/>
                <a:cs typeface="Times New Roman"/>
              </a:rPr>
              <a:t>jdk-7-windows-i586</a:t>
            </a:r>
            <a:endParaRPr sz="1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353695" algn="l"/>
              </a:tabLst>
            </a:pPr>
            <a:r>
              <a:rPr sz="1200" spc="-10" dirty="0">
                <a:latin typeface="Times New Roman"/>
                <a:cs typeface="Times New Roman"/>
              </a:rPr>
              <a:t>XAMPP</a:t>
            </a:r>
            <a:endParaRPr sz="1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353695" algn="l"/>
              </a:tabLst>
            </a:pP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Front</a:t>
            </a:r>
            <a:endParaRPr sz="12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53695" algn="l"/>
              </a:tabLst>
            </a:pPr>
            <a:r>
              <a:rPr sz="1200" dirty="0">
                <a:latin typeface="Times New Roman"/>
                <a:cs typeface="Times New Roman"/>
              </a:rPr>
              <a:t>Netbeans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7.4.1</a:t>
            </a:r>
            <a:endParaRPr sz="1200">
              <a:latin typeface="Times New Roman"/>
              <a:cs typeface="Times New Roman"/>
            </a:endParaRPr>
          </a:p>
          <a:p>
            <a:pPr marL="35433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Untuk urutan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 sesuai urutan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 </a:t>
            </a:r>
            <a:r>
              <a:rPr sz="1200" spc="-10" dirty="0">
                <a:latin typeface="Times New Roman"/>
                <a:cs typeface="Times New Roman"/>
              </a:rPr>
              <a:t>nomor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67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21610" y="2264536"/>
            <a:ext cx="4283710" cy="160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3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tersebut.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Jadi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diinstal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pertama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kali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JDK,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lalu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XAMPP,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Front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terakhir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Netbeans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7.4.1.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Ketika </a:t>
            </a:r>
            <a:r>
              <a:rPr sz="1200" dirty="0">
                <a:latin typeface="Times New Roman"/>
                <a:cs typeface="Times New Roman"/>
              </a:rPr>
              <a:t>menginstal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netbeans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ditahap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pertama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instalasi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mohon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klik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tombol </a:t>
            </a:r>
            <a:r>
              <a:rPr sz="1200" dirty="0">
                <a:latin typeface="Times New Roman"/>
                <a:cs typeface="Times New Roman"/>
              </a:rPr>
              <a:t>”Customize” dan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mengaktifkan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paket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tomcat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aktivasi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berbasis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tomcat.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latin typeface="Times New Roman"/>
                <a:cs typeface="Times New Roman"/>
              </a:rPr>
              <a:t>Arsitektur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7441" y="3661791"/>
            <a:ext cx="2082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III.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4460" y="6030594"/>
            <a:ext cx="4335145" cy="265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175" marR="185420" indent="-8890" algn="ctr">
              <a:lnSpc>
                <a:spcPct val="1438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3.1.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Arsitektur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 </a:t>
            </a:r>
            <a:r>
              <a:rPr sz="1200" spc="-10" dirty="0">
                <a:latin typeface="Times New Roman"/>
                <a:cs typeface="Times New Roman"/>
              </a:rPr>
              <a:t>(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http://www.tutorialspoint.com/jsp/jsp_architecture.htm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Feb</a:t>
            </a:r>
            <a:endParaRPr sz="1200">
              <a:latin typeface="Times New Roman"/>
              <a:cs typeface="Times New Roman"/>
            </a:endParaRPr>
          </a:p>
          <a:p>
            <a:pPr marL="60960" algn="ctr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latin typeface="Times New Roman"/>
                <a:cs typeface="Times New Roman"/>
              </a:rPr>
              <a:t>2014)</a:t>
            </a:r>
            <a:endParaRPr sz="1200">
              <a:latin typeface="Times New Roman"/>
              <a:cs typeface="Times New Roman"/>
            </a:endParaRPr>
          </a:p>
          <a:p>
            <a:pPr marL="69850" marR="8890" algn="just">
              <a:lnSpc>
                <a:spcPts val="210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dibangun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terdiri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komponen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3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Server</a:t>
            </a:r>
            <a:endParaRPr sz="1200">
              <a:latin typeface="Times New Roman"/>
              <a:cs typeface="Times New Roman"/>
            </a:endParaRPr>
          </a:p>
          <a:p>
            <a:pPr marL="355600" marR="5080" algn="just">
              <a:lnSpc>
                <a:spcPts val="207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menjalankan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komputer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instalasi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tomcat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terinstal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paket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Netbeans.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441" y="1213103"/>
            <a:ext cx="4630420" cy="8131809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584835" indent="-285750" algn="just">
              <a:lnSpc>
                <a:spcPct val="100000"/>
              </a:lnSpc>
              <a:spcBef>
                <a:spcPts val="740"/>
              </a:spcBef>
              <a:buAutoNum type="arabicPeriod" startAt="2"/>
              <a:tabLst>
                <a:tab pos="584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Client</a:t>
            </a:r>
            <a:endParaRPr sz="1200">
              <a:latin typeface="Times New Roman"/>
              <a:cs typeface="Times New Roman"/>
            </a:endParaRPr>
          </a:p>
          <a:p>
            <a:pPr marL="641985" marR="8255" algn="just">
              <a:lnSpc>
                <a:spcPct val="1436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Client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komputer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dibangun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bisa </a:t>
            </a:r>
            <a:r>
              <a:rPr sz="1200" dirty="0">
                <a:latin typeface="Times New Roman"/>
                <a:cs typeface="Times New Roman"/>
              </a:rPr>
              <a:t>ditampilkan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multiplatform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Linux,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Operating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lain.</a:t>
            </a:r>
            <a:endParaRPr sz="1200">
              <a:latin typeface="Times New Roman"/>
              <a:cs typeface="Times New Roman"/>
            </a:endParaRPr>
          </a:p>
          <a:p>
            <a:pPr marL="584835" indent="-285750" algn="just">
              <a:lnSpc>
                <a:spcPct val="100000"/>
              </a:lnSpc>
              <a:spcBef>
                <a:spcPts val="640"/>
              </a:spcBef>
              <a:buAutoNum type="arabicPeriod" startAt="3"/>
              <a:tabLst>
                <a:tab pos="584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Internet</a:t>
            </a:r>
            <a:endParaRPr sz="1200">
              <a:latin typeface="Times New Roman"/>
              <a:cs typeface="Times New Roman"/>
            </a:endParaRPr>
          </a:p>
          <a:p>
            <a:pPr marL="641985" marR="10160" algn="just">
              <a:lnSpc>
                <a:spcPct val="143000"/>
              </a:lnSpc>
            </a:pP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menampilkan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aplikasi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bangun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sehingga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dibuka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komputer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client</a:t>
            </a:r>
            <a:endParaRPr sz="1200">
              <a:latin typeface="Times New Roman"/>
              <a:cs typeface="Times New Roman"/>
            </a:endParaRPr>
          </a:p>
          <a:p>
            <a:pPr marL="641985" algn="just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berbagai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benua,negara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kota.</a:t>
            </a:r>
            <a:endParaRPr sz="1200">
              <a:latin typeface="Times New Roman"/>
              <a:cs typeface="Times New Roman"/>
            </a:endParaRPr>
          </a:p>
          <a:p>
            <a:pPr marL="584835" indent="-285750" algn="just">
              <a:lnSpc>
                <a:spcPct val="100000"/>
              </a:lnSpc>
              <a:spcBef>
                <a:spcPts val="640"/>
              </a:spcBef>
              <a:buAutoNum type="arabicPeriod" startAt="4"/>
              <a:tabLst>
                <a:tab pos="584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Database</a:t>
            </a:r>
            <a:endParaRPr sz="1200">
              <a:latin typeface="Times New Roman"/>
              <a:cs typeface="Times New Roman"/>
            </a:endParaRPr>
          </a:p>
          <a:p>
            <a:pPr marL="641985" marR="5080" algn="just">
              <a:lnSpc>
                <a:spcPct val="1437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menyimpan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diinput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JSP.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tersimpan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didatabase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dilakukan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pencarian,perubahan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penghapusan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didatabase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kebutuhan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pelaporan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bisnis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tersebut.</a:t>
            </a:r>
            <a:endParaRPr sz="1200">
              <a:latin typeface="Times New Roman"/>
              <a:cs typeface="Times New Roman"/>
            </a:endParaRPr>
          </a:p>
          <a:p>
            <a:pPr marL="356235" indent="-343535">
              <a:lnSpc>
                <a:spcPct val="100000"/>
              </a:lnSpc>
              <a:spcBef>
                <a:spcPts val="650"/>
              </a:spcBef>
              <a:buAutoNum type="romanUcPeriod" startAt="4"/>
              <a:tabLst>
                <a:tab pos="356235" algn="l"/>
              </a:tabLst>
            </a:pPr>
            <a:r>
              <a:rPr sz="1200" dirty="0">
                <a:latin typeface="Times New Roman"/>
                <a:cs typeface="Times New Roman"/>
              </a:rPr>
              <a:t>Dasar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Sintak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  <a:p>
            <a:pPr marL="412115" lvl="1" indent="-227965">
              <a:lnSpc>
                <a:spcPct val="100000"/>
              </a:lnSpc>
              <a:spcBef>
                <a:spcPts val="610"/>
              </a:spcBef>
              <a:buAutoNum type="alphaLcPeriod"/>
              <a:tabLst>
                <a:tab pos="41211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Deklarasi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Variabel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  <a:p>
            <a:pPr marL="413384" marR="52069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Variabel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tempat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menampung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 </a:t>
            </a:r>
            <a:r>
              <a:rPr sz="1200" spc="-10" dirty="0">
                <a:latin typeface="Times New Roman"/>
                <a:cs typeface="Times New Roman"/>
              </a:rPr>
              <a:t>yang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tersimpan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memori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berubah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nilainya.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bentuk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imes New Roman"/>
              <a:cs typeface="Times New Roman"/>
            </a:endParaRPr>
          </a:p>
          <a:p>
            <a:pPr marL="629285" marR="1369060">
              <a:lnSpc>
                <a:spcPct val="143800"/>
              </a:lnSpc>
            </a:pP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&lt;%!</a:t>
            </a:r>
            <a:r>
              <a:rPr sz="1200" i="1" spc="-40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Tipe</a:t>
            </a:r>
            <a:r>
              <a:rPr sz="1200" i="1" spc="-4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Data</a:t>
            </a:r>
            <a:r>
              <a:rPr sz="1200" i="1" spc="-3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nama</a:t>
            </a:r>
            <a:r>
              <a:rPr sz="1200" i="1" spc="-30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F81BA"/>
                </a:solidFill>
                <a:latin typeface="Times New Roman"/>
                <a:cs typeface="Times New Roman"/>
              </a:rPr>
              <a:t>variable=</a:t>
            </a:r>
            <a:r>
              <a:rPr sz="1200" i="1" spc="-3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value;</a:t>
            </a:r>
            <a:r>
              <a:rPr sz="1200" i="1" spc="-3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spc="-25" dirty="0">
                <a:solidFill>
                  <a:srgbClr val="4F81BA"/>
                </a:solidFill>
                <a:latin typeface="Times New Roman"/>
                <a:cs typeface="Times New Roman"/>
              </a:rPr>
              <a:t>%&gt;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Sebagai</a:t>
            </a:r>
            <a:r>
              <a:rPr sz="1200" i="1" spc="-50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F81BA"/>
                </a:solidFill>
                <a:latin typeface="Times New Roman"/>
                <a:cs typeface="Times New Roman"/>
              </a:rPr>
              <a:t>contoh:</a:t>
            </a:r>
            <a:endParaRPr sz="120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55"/>
              </a:spcBef>
            </a:pP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&lt;%!</a:t>
            </a:r>
            <a:r>
              <a:rPr sz="1200" i="1" spc="-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int</a:t>
            </a:r>
            <a:r>
              <a:rPr sz="1200" i="1" spc="-40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angka</a:t>
            </a:r>
            <a:r>
              <a:rPr sz="1200" i="1" spc="-1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=</a:t>
            </a:r>
            <a:r>
              <a:rPr sz="1200" i="1" spc="-50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10;</a:t>
            </a:r>
            <a:r>
              <a:rPr sz="1200" i="1" spc="-1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spc="-25" dirty="0">
                <a:solidFill>
                  <a:srgbClr val="4F81BA"/>
                </a:solidFill>
                <a:latin typeface="Times New Roman"/>
                <a:cs typeface="Times New Roman"/>
              </a:rPr>
              <a:t>%&gt;</a:t>
            </a:r>
            <a:endParaRPr sz="120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25"/>
              </a:spcBef>
            </a:pP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&lt;div</a:t>
            </a:r>
            <a:r>
              <a:rPr sz="1200" i="1" spc="-40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F81BA"/>
                </a:solidFill>
                <a:latin typeface="Times New Roman"/>
                <a:cs typeface="Times New Roman"/>
              </a:rPr>
              <a:t>id=”tampil”&gt;Nilai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dari</a:t>
            </a:r>
            <a:r>
              <a:rPr sz="1200" i="1" spc="-5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4F81BA"/>
                </a:solidFill>
                <a:latin typeface="Times New Roman"/>
                <a:cs typeface="Times New Roman"/>
              </a:rPr>
              <a:t>angka=</a:t>
            </a:r>
            <a:r>
              <a:rPr sz="1200" i="1" spc="-5" dirty="0">
                <a:solidFill>
                  <a:srgbClr val="4F81BA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F81BA"/>
                </a:solidFill>
                <a:latin typeface="Times New Roman"/>
                <a:cs typeface="Times New Roman"/>
              </a:rPr>
              <a:t>&lt;%=angka%&gt; &lt;/div&gt;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penulisan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variabel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marL="414020" lvl="1" indent="-229870">
              <a:lnSpc>
                <a:spcPct val="100000"/>
              </a:lnSpc>
              <a:spcBef>
                <a:spcPts val="5"/>
              </a:spcBef>
              <a:buAutoNum type="alphaLcPeriod" startAt="2"/>
              <a:tabLst>
                <a:tab pos="414020" algn="l"/>
              </a:tabLst>
            </a:pPr>
            <a:r>
              <a:rPr sz="1200" spc="-10" dirty="0">
                <a:latin typeface="Times New Roman"/>
                <a:cs typeface="Times New Roman"/>
              </a:rPr>
              <a:t>Ekspresi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Penulisan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ekspresi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 </a:t>
            </a:r>
            <a:r>
              <a:rPr sz="1200" spc="-10" dirty="0">
                <a:latin typeface="Times New Roman"/>
                <a:cs typeface="Times New Roman"/>
              </a:rPr>
              <a:t>dituliskan </a:t>
            </a:r>
            <a:r>
              <a:rPr sz="1200" spc="-20" dirty="0">
                <a:latin typeface="Times New Roman"/>
                <a:cs typeface="Times New Roman"/>
              </a:rPr>
              <a:t>sbb:</a:t>
            </a:r>
            <a:endParaRPr sz="1200">
              <a:latin typeface="Times New Roman"/>
              <a:cs typeface="Times New Roman"/>
            </a:endParaRPr>
          </a:p>
          <a:p>
            <a:pPr marL="593725">
              <a:lnSpc>
                <a:spcPts val="1135"/>
              </a:lnSpc>
              <a:spcBef>
                <a:spcPts val="730"/>
              </a:spcBef>
            </a:pPr>
            <a:r>
              <a:rPr sz="1000" dirty="0">
                <a:latin typeface="Courier New"/>
                <a:cs typeface="Courier New"/>
              </a:rPr>
              <a:t>&lt;%=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expression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413384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Contoh: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46629" y="6773798"/>
            <a:ext cx="76200" cy="1088390"/>
          </a:xfrm>
          <a:custGeom>
            <a:avLst/>
            <a:gdLst/>
            <a:ahLst/>
            <a:cxnLst/>
            <a:rect l="l" t="t" r="r" b="b"/>
            <a:pathLst>
              <a:path w="76200" h="1088390">
                <a:moveTo>
                  <a:pt x="76200" y="0"/>
                </a:moveTo>
                <a:lnTo>
                  <a:pt x="0" y="0"/>
                </a:lnTo>
                <a:lnTo>
                  <a:pt x="0" y="1088389"/>
                </a:lnTo>
                <a:lnTo>
                  <a:pt x="76200" y="1088389"/>
                </a:lnTo>
                <a:lnTo>
                  <a:pt x="76200" y="0"/>
                </a:lnTo>
                <a:close/>
              </a:path>
            </a:pathLst>
          </a:custGeom>
          <a:solidFill>
            <a:srgbClr val="4F81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69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300604" y="4448175"/>
            <a:ext cx="4432300" cy="59182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4615">
              <a:lnSpc>
                <a:spcPts val="1150"/>
              </a:lnSpc>
              <a:spcBef>
                <a:spcPts val="390"/>
              </a:spcBef>
            </a:pPr>
            <a:r>
              <a:rPr sz="1000" spc="-20" dirty="0">
                <a:latin typeface="Courier New"/>
                <a:cs typeface="Courier New"/>
              </a:rPr>
              <a:t>&lt;%-</a:t>
            </a:r>
            <a:r>
              <a:rPr sz="1000" spc="-50" dirty="0">
                <a:latin typeface="Courier New"/>
                <a:cs typeface="Courier New"/>
              </a:rPr>
              <a:t>-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090"/>
              </a:lnSpc>
            </a:pP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merupakan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contoh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komentar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40"/>
              </a:lnSpc>
            </a:pPr>
            <a:r>
              <a:rPr sz="1000" spc="-15" dirty="0">
                <a:latin typeface="Courier New"/>
                <a:cs typeface="Courier New"/>
              </a:rPr>
              <a:t>--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8891" y="2494788"/>
            <a:ext cx="4450080" cy="186943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latin typeface="Times New Roman"/>
                <a:cs typeface="Times New Roman"/>
              </a:rPr>
              <a:t>c.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Komentar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  <a:p>
            <a:pPr marL="241935" marR="508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Komentar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kegunaan.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Kegunaan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pertama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keterangan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dibuat.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Kegunaan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kedua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menonaktifkan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sintak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sehingga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dicompile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baris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diberikan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komentar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tidak </a:t>
            </a:r>
            <a:r>
              <a:rPr sz="1200" dirty="0">
                <a:latin typeface="Times New Roman"/>
                <a:cs typeface="Times New Roman"/>
              </a:rPr>
              <a:t>dibaca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program.</a:t>
            </a:r>
            <a:endParaRPr sz="1200">
              <a:latin typeface="Times New Roman"/>
              <a:cs typeface="Times New Roman"/>
            </a:endParaRPr>
          </a:p>
          <a:p>
            <a:pPr marL="241935" algn="just">
              <a:lnSpc>
                <a:spcPct val="100000"/>
              </a:lnSpc>
              <a:spcBef>
                <a:spcPts val="645"/>
              </a:spcBef>
            </a:pP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Penulisan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komentar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10" dirty="0">
                <a:latin typeface="Times New Roman"/>
                <a:cs typeface="Times New Roman"/>
              </a:rPr>
              <a:t> berikut: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8891" y="5366385"/>
            <a:ext cx="4450715" cy="819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d.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10" dirty="0">
                <a:latin typeface="Times New Roman"/>
                <a:cs typeface="Times New Roman"/>
              </a:rPr>
              <a:t> Directives</a:t>
            </a:r>
            <a:endParaRPr sz="1200">
              <a:latin typeface="Times New Roman"/>
              <a:cs typeface="Times New Roman"/>
            </a:endParaRPr>
          </a:p>
          <a:p>
            <a:pPr marL="241935" marR="5080">
              <a:lnSpc>
                <a:spcPts val="209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Directives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berpengaruh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terhadap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Servlet. </a:t>
            </a:r>
            <a:r>
              <a:rPr sz="1200" dirty="0">
                <a:latin typeface="Times New Roman"/>
                <a:cs typeface="Times New Roman"/>
              </a:rPr>
              <a:t>Tiga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Directives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adalah: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19070" y="6273165"/>
          <a:ext cx="4665345" cy="1601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3225165"/>
              </a:tblGrid>
              <a:tr h="271780">
                <a:tc>
                  <a:txBody>
                    <a:bodyPr/>
                    <a:lstStyle/>
                    <a:p>
                      <a:pPr marL="7302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Directive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Deskripsi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8955">
                <a:tc>
                  <a:txBody>
                    <a:bodyPr/>
                    <a:lstStyle/>
                    <a:p>
                      <a:pPr marL="7302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&lt;%@page...%&gt;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25"/>
                        </a:lnSpc>
                        <a:tabLst>
                          <a:tab pos="1682114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Mendefinisikan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atribut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page</a:t>
                      </a:r>
                      <a:r>
                        <a:rPr sz="12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seperti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scripting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language,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buffering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73025">
                        <a:lnSpc>
                          <a:spcPts val="132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&lt;%@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include...%&gt;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Memanggil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lain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selama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fase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translasi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&lt;%@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taglib...%&gt;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4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Mendeklarasikan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tag</a:t>
                      </a:r>
                      <a:r>
                        <a:rPr sz="12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library,</a:t>
                      </a:r>
                      <a:r>
                        <a:rPr sz="12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berisi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proses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yang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digunakan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dalam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251710" y="1231900"/>
            <a:ext cx="4432300" cy="86296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3980">
              <a:lnSpc>
                <a:spcPts val="1165"/>
              </a:lnSpc>
              <a:spcBef>
                <a:spcPts val="390"/>
              </a:spcBef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32385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Tgl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Sekarang:</a:t>
            </a:r>
            <a:endParaRPr sz="1000">
              <a:latin typeface="Courier New"/>
              <a:cs typeface="Courier New"/>
            </a:endParaRPr>
          </a:p>
          <a:p>
            <a:pPr marL="400050">
              <a:lnSpc>
                <a:spcPts val="1075"/>
              </a:lnSpc>
            </a:pPr>
            <a:r>
              <a:rPr sz="1000" i="1" dirty="0">
                <a:latin typeface="Courier New"/>
                <a:cs typeface="Courier New"/>
              </a:rPr>
              <a:t>&lt;%=</a:t>
            </a:r>
            <a:r>
              <a:rPr sz="1000" i="1" spc="-50" dirty="0">
                <a:latin typeface="Courier New"/>
                <a:cs typeface="Courier New"/>
              </a:rPr>
              <a:t> </a:t>
            </a:r>
            <a:r>
              <a:rPr sz="1000" i="1" dirty="0">
                <a:latin typeface="Courier New"/>
                <a:cs typeface="Courier New"/>
              </a:rPr>
              <a:t>(new</a:t>
            </a:r>
            <a:r>
              <a:rPr sz="1000" i="1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latin typeface="Courier New"/>
                <a:cs typeface="Courier New"/>
              </a:rPr>
              <a:t>java.util.Date()).toLocaleString()%&gt;</a:t>
            </a:r>
            <a:endParaRPr sz="1000">
              <a:latin typeface="Courier New"/>
              <a:cs typeface="Courier New"/>
            </a:endParaRPr>
          </a:p>
          <a:p>
            <a:pPr marL="93980">
              <a:lnSpc>
                <a:spcPts val="114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1845" y="3434715"/>
            <a:ext cx="4636135" cy="3465195"/>
            <a:chOff x="2061845" y="3434715"/>
            <a:chExt cx="4636135" cy="3465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1845" y="3434715"/>
              <a:ext cx="4636134" cy="34651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24505" y="5966587"/>
              <a:ext cx="3541395" cy="624840"/>
            </a:xfrm>
            <a:custGeom>
              <a:avLst/>
              <a:gdLst/>
              <a:ahLst/>
              <a:cxnLst/>
              <a:rect l="l" t="t" r="r" b="b"/>
              <a:pathLst>
                <a:path w="3541395" h="624840">
                  <a:moveTo>
                    <a:pt x="0" y="312420"/>
                  </a:moveTo>
                  <a:lnTo>
                    <a:pt x="14605" y="271779"/>
                  </a:lnTo>
                  <a:lnTo>
                    <a:pt x="56514" y="233679"/>
                  </a:lnTo>
                  <a:lnTo>
                    <a:pt x="99694" y="208914"/>
                  </a:lnTo>
                  <a:lnTo>
                    <a:pt x="153669" y="184785"/>
                  </a:lnTo>
                  <a:lnTo>
                    <a:pt x="217805" y="161925"/>
                  </a:lnTo>
                  <a:lnTo>
                    <a:pt x="292099" y="140335"/>
                  </a:lnTo>
                  <a:lnTo>
                    <a:pt x="333374" y="129539"/>
                  </a:lnTo>
                  <a:lnTo>
                    <a:pt x="375919" y="120014"/>
                  </a:lnTo>
                  <a:lnTo>
                    <a:pt x="421640" y="109854"/>
                  </a:lnTo>
                  <a:lnTo>
                    <a:pt x="469265" y="100329"/>
                  </a:lnTo>
                  <a:lnTo>
                    <a:pt x="518794" y="91439"/>
                  </a:lnTo>
                  <a:lnTo>
                    <a:pt x="570230" y="82550"/>
                  </a:lnTo>
                  <a:lnTo>
                    <a:pt x="623569" y="74295"/>
                  </a:lnTo>
                  <a:lnTo>
                    <a:pt x="679449" y="66039"/>
                  </a:lnTo>
                  <a:lnTo>
                    <a:pt x="736599" y="58420"/>
                  </a:lnTo>
                  <a:lnTo>
                    <a:pt x="795655" y="51435"/>
                  </a:lnTo>
                  <a:lnTo>
                    <a:pt x="856615" y="44450"/>
                  </a:lnTo>
                  <a:lnTo>
                    <a:pt x="918844" y="38100"/>
                  </a:lnTo>
                  <a:lnTo>
                    <a:pt x="982980" y="32385"/>
                  </a:lnTo>
                  <a:lnTo>
                    <a:pt x="1048384" y="26670"/>
                  </a:lnTo>
                  <a:lnTo>
                    <a:pt x="1115059" y="22225"/>
                  </a:lnTo>
                  <a:lnTo>
                    <a:pt x="1183640" y="17779"/>
                  </a:lnTo>
                  <a:lnTo>
                    <a:pt x="1252855" y="13335"/>
                  </a:lnTo>
                  <a:lnTo>
                    <a:pt x="1323974" y="10160"/>
                  </a:lnTo>
                  <a:lnTo>
                    <a:pt x="1395730" y="6985"/>
                  </a:lnTo>
                  <a:lnTo>
                    <a:pt x="1468755" y="4445"/>
                  </a:lnTo>
                  <a:lnTo>
                    <a:pt x="1543049" y="2539"/>
                  </a:lnTo>
                  <a:lnTo>
                    <a:pt x="1617980" y="1270"/>
                  </a:lnTo>
                  <a:lnTo>
                    <a:pt x="1694180" y="0"/>
                  </a:lnTo>
                  <a:lnTo>
                    <a:pt x="1771015" y="0"/>
                  </a:lnTo>
                  <a:lnTo>
                    <a:pt x="1847849" y="0"/>
                  </a:lnTo>
                  <a:lnTo>
                    <a:pt x="1923415" y="1270"/>
                  </a:lnTo>
                  <a:lnTo>
                    <a:pt x="1998345" y="2539"/>
                  </a:lnTo>
                  <a:lnTo>
                    <a:pt x="2072640" y="4445"/>
                  </a:lnTo>
                  <a:lnTo>
                    <a:pt x="2145665" y="6985"/>
                  </a:lnTo>
                  <a:lnTo>
                    <a:pt x="2218055" y="10160"/>
                  </a:lnTo>
                  <a:lnTo>
                    <a:pt x="2288540" y="13335"/>
                  </a:lnTo>
                  <a:lnTo>
                    <a:pt x="2358390" y="17779"/>
                  </a:lnTo>
                  <a:lnTo>
                    <a:pt x="2426335" y="22225"/>
                  </a:lnTo>
                  <a:lnTo>
                    <a:pt x="2493645" y="26670"/>
                  </a:lnTo>
                  <a:lnTo>
                    <a:pt x="2559049" y="32385"/>
                  </a:lnTo>
                  <a:lnTo>
                    <a:pt x="2622549" y="38100"/>
                  </a:lnTo>
                  <a:lnTo>
                    <a:pt x="2685415" y="44450"/>
                  </a:lnTo>
                  <a:lnTo>
                    <a:pt x="2745740" y="51435"/>
                  </a:lnTo>
                  <a:lnTo>
                    <a:pt x="2804795" y="58420"/>
                  </a:lnTo>
                  <a:lnTo>
                    <a:pt x="2862580" y="66039"/>
                  </a:lnTo>
                  <a:lnTo>
                    <a:pt x="2917824" y="74295"/>
                  </a:lnTo>
                  <a:lnTo>
                    <a:pt x="2971165" y="82550"/>
                  </a:lnTo>
                  <a:lnTo>
                    <a:pt x="3023235" y="91439"/>
                  </a:lnTo>
                  <a:lnTo>
                    <a:pt x="3072765" y="100329"/>
                  </a:lnTo>
                  <a:lnTo>
                    <a:pt x="3119755" y="109854"/>
                  </a:lnTo>
                  <a:lnTo>
                    <a:pt x="3165474" y="120014"/>
                  </a:lnTo>
                  <a:lnTo>
                    <a:pt x="3208655" y="129539"/>
                  </a:lnTo>
                  <a:lnTo>
                    <a:pt x="3249295" y="140335"/>
                  </a:lnTo>
                  <a:lnTo>
                    <a:pt x="3287395" y="151129"/>
                  </a:lnTo>
                  <a:lnTo>
                    <a:pt x="3357245" y="173354"/>
                  </a:lnTo>
                  <a:lnTo>
                    <a:pt x="3416300" y="196850"/>
                  </a:lnTo>
                  <a:lnTo>
                    <a:pt x="3464559" y="220979"/>
                  </a:lnTo>
                  <a:lnTo>
                    <a:pt x="3502025" y="246379"/>
                  </a:lnTo>
                  <a:lnTo>
                    <a:pt x="3535045" y="285114"/>
                  </a:lnTo>
                  <a:lnTo>
                    <a:pt x="3541395" y="312420"/>
                  </a:lnTo>
                  <a:lnTo>
                    <a:pt x="3540125" y="325754"/>
                  </a:lnTo>
                  <a:lnTo>
                    <a:pt x="3515995" y="365760"/>
                  </a:lnTo>
                  <a:lnTo>
                    <a:pt x="3484879" y="391160"/>
                  </a:lnTo>
                  <a:lnTo>
                    <a:pt x="3441700" y="415925"/>
                  </a:lnTo>
                  <a:lnTo>
                    <a:pt x="3387725" y="440054"/>
                  </a:lnTo>
                  <a:lnTo>
                    <a:pt x="3323590" y="462914"/>
                  </a:lnTo>
                  <a:lnTo>
                    <a:pt x="3249295" y="484504"/>
                  </a:lnTo>
                  <a:lnTo>
                    <a:pt x="3208655" y="494664"/>
                  </a:lnTo>
                  <a:lnTo>
                    <a:pt x="3165474" y="504825"/>
                  </a:lnTo>
                  <a:lnTo>
                    <a:pt x="3119755" y="514985"/>
                  </a:lnTo>
                  <a:lnTo>
                    <a:pt x="3072765" y="523875"/>
                  </a:lnTo>
                  <a:lnTo>
                    <a:pt x="3023235" y="533400"/>
                  </a:lnTo>
                  <a:lnTo>
                    <a:pt x="2971165" y="541654"/>
                  </a:lnTo>
                  <a:lnTo>
                    <a:pt x="2917824" y="550545"/>
                  </a:lnTo>
                  <a:lnTo>
                    <a:pt x="2862580" y="558164"/>
                  </a:lnTo>
                  <a:lnTo>
                    <a:pt x="2804795" y="565785"/>
                  </a:lnTo>
                  <a:lnTo>
                    <a:pt x="2745740" y="573404"/>
                  </a:lnTo>
                  <a:lnTo>
                    <a:pt x="2685415" y="579754"/>
                  </a:lnTo>
                  <a:lnTo>
                    <a:pt x="2622549" y="586104"/>
                  </a:lnTo>
                  <a:lnTo>
                    <a:pt x="2559049" y="592454"/>
                  </a:lnTo>
                  <a:lnTo>
                    <a:pt x="2493645" y="597535"/>
                  </a:lnTo>
                  <a:lnTo>
                    <a:pt x="2426335" y="602614"/>
                  </a:lnTo>
                  <a:lnTo>
                    <a:pt x="2358390" y="607060"/>
                  </a:lnTo>
                  <a:lnTo>
                    <a:pt x="2288540" y="610870"/>
                  </a:lnTo>
                  <a:lnTo>
                    <a:pt x="2218055" y="614679"/>
                  </a:lnTo>
                  <a:lnTo>
                    <a:pt x="2145665" y="617854"/>
                  </a:lnTo>
                  <a:lnTo>
                    <a:pt x="2072640" y="620395"/>
                  </a:lnTo>
                  <a:lnTo>
                    <a:pt x="1998345" y="622300"/>
                  </a:lnTo>
                  <a:lnTo>
                    <a:pt x="1923415" y="623570"/>
                  </a:lnTo>
                  <a:lnTo>
                    <a:pt x="1847849" y="624204"/>
                  </a:lnTo>
                  <a:lnTo>
                    <a:pt x="1771015" y="624839"/>
                  </a:lnTo>
                  <a:lnTo>
                    <a:pt x="1694180" y="624204"/>
                  </a:lnTo>
                  <a:lnTo>
                    <a:pt x="1617980" y="623570"/>
                  </a:lnTo>
                  <a:lnTo>
                    <a:pt x="1543049" y="622300"/>
                  </a:lnTo>
                  <a:lnTo>
                    <a:pt x="1468755" y="620395"/>
                  </a:lnTo>
                  <a:lnTo>
                    <a:pt x="1395730" y="617854"/>
                  </a:lnTo>
                  <a:lnTo>
                    <a:pt x="1323974" y="614679"/>
                  </a:lnTo>
                  <a:lnTo>
                    <a:pt x="1252855" y="610870"/>
                  </a:lnTo>
                  <a:lnTo>
                    <a:pt x="1183640" y="607060"/>
                  </a:lnTo>
                  <a:lnTo>
                    <a:pt x="1115059" y="602614"/>
                  </a:lnTo>
                  <a:lnTo>
                    <a:pt x="1048384" y="597535"/>
                  </a:lnTo>
                  <a:lnTo>
                    <a:pt x="982980" y="592454"/>
                  </a:lnTo>
                  <a:lnTo>
                    <a:pt x="918844" y="586104"/>
                  </a:lnTo>
                  <a:lnTo>
                    <a:pt x="856615" y="579754"/>
                  </a:lnTo>
                  <a:lnTo>
                    <a:pt x="795655" y="573404"/>
                  </a:lnTo>
                  <a:lnTo>
                    <a:pt x="736599" y="565785"/>
                  </a:lnTo>
                  <a:lnTo>
                    <a:pt x="679449" y="558164"/>
                  </a:lnTo>
                  <a:lnTo>
                    <a:pt x="623569" y="550545"/>
                  </a:lnTo>
                  <a:lnTo>
                    <a:pt x="570230" y="541654"/>
                  </a:lnTo>
                  <a:lnTo>
                    <a:pt x="518794" y="533400"/>
                  </a:lnTo>
                  <a:lnTo>
                    <a:pt x="469265" y="523875"/>
                  </a:lnTo>
                  <a:lnTo>
                    <a:pt x="421640" y="514985"/>
                  </a:lnTo>
                  <a:lnTo>
                    <a:pt x="375919" y="504825"/>
                  </a:lnTo>
                  <a:lnTo>
                    <a:pt x="333374" y="494664"/>
                  </a:lnTo>
                  <a:lnTo>
                    <a:pt x="292099" y="484504"/>
                  </a:lnTo>
                  <a:lnTo>
                    <a:pt x="253999" y="473710"/>
                  </a:lnTo>
                  <a:lnTo>
                    <a:pt x="184150" y="451485"/>
                  </a:lnTo>
                  <a:lnTo>
                    <a:pt x="125094" y="427989"/>
                  </a:lnTo>
                  <a:lnTo>
                    <a:pt x="76834" y="403860"/>
                  </a:lnTo>
                  <a:lnTo>
                    <a:pt x="39369" y="378460"/>
                  </a:lnTo>
                  <a:lnTo>
                    <a:pt x="6350" y="339089"/>
                  </a:lnTo>
                  <a:lnTo>
                    <a:pt x="0" y="312420"/>
                  </a:lnTo>
                  <a:close/>
                </a:path>
              </a:pathLst>
            </a:custGeom>
            <a:ln w="24384">
              <a:solidFill>
                <a:srgbClr val="385D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048891" y="944498"/>
            <a:ext cx="4453890" cy="23971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0"/>
              </a:spcBef>
              <a:buAutoNum type="alphaLcPeriod" startAt="5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Actions</a:t>
            </a:r>
            <a:endParaRPr sz="1200">
              <a:latin typeface="Times New Roman"/>
              <a:cs typeface="Times New Roman"/>
            </a:endParaRPr>
          </a:p>
          <a:p>
            <a:pPr marL="241935" marR="13335" algn="just">
              <a:lnSpc>
                <a:spcPct val="14370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memproses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setiap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aksi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terdiri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-10" dirty="0">
                <a:latin typeface="Times New Roman"/>
                <a:cs typeface="Times New Roman"/>
              </a:rPr>
              <a:t> yakni:</a:t>
            </a:r>
            <a:endParaRPr sz="1200">
              <a:latin typeface="Times New Roman"/>
              <a:cs typeface="Times New Roman"/>
            </a:endParaRPr>
          </a:p>
          <a:p>
            <a:pPr marL="527050" lvl="1" indent="-285750" algn="just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527050" algn="l"/>
              </a:tabLst>
            </a:pPr>
            <a:r>
              <a:rPr sz="1200" dirty="0">
                <a:latin typeface="Times New Roman"/>
                <a:cs typeface="Times New Roman"/>
              </a:rPr>
              <a:t>&lt;jsp: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include&gt;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</a:t>
            </a:r>
            <a:endParaRPr sz="1200">
              <a:latin typeface="Times New Roman"/>
              <a:cs typeface="Times New Roman"/>
            </a:endParaRPr>
          </a:p>
          <a:p>
            <a:pPr marL="527685" marR="5080" algn="just">
              <a:lnSpc>
                <a:spcPts val="2070"/>
              </a:lnSpc>
              <a:spcBef>
                <a:spcPts val="135"/>
              </a:spcBef>
            </a:pPr>
            <a:r>
              <a:rPr sz="1200" dirty="0">
                <a:latin typeface="Times New Roman"/>
                <a:cs typeface="Times New Roman"/>
              </a:rPr>
              <a:t>&lt;jsp:include&gt;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memanggil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kedalam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contoh: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template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mengintegrasikan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kedalam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template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utama</a:t>
            </a:r>
            <a:endParaRPr sz="1200">
              <a:latin typeface="Times New Roman"/>
              <a:cs typeface="Times New Roman"/>
            </a:endParaRPr>
          </a:p>
          <a:p>
            <a:pPr marL="527685" marR="6350" algn="just">
              <a:lnSpc>
                <a:spcPts val="2070"/>
              </a:lnSpc>
            </a:pP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dipanggil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menu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template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utama.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lebih </a:t>
            </a:r>
            <a:r>
              <a:rPr sz="1200" dirty="0">
                <a:latin typeface="Times New Roman"/>
                <a:cs typeface="Times New Roman"/>
              </a:rPr>
              <a:t>jelasnya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lihat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penggalan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70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77491" y="7126858"/>
            <a:ext cx="4181475" cy="18783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297815" algn="l"/>
              </a:tabLst>
            </a:pPr>
            <a:r>
              <a:rPr sz="1200" spc="-25" dirty="0">
                <a:latin typeface="Times New Roman"/>
                <a:cs typeface="Times New Roman"/>
              </a:rPr>
              <a:t>2.</a:t>
            </a:r>
            <a:r>
              <a:rPr sz="1200" dirty="0">
                <a:latin typeface="Times New Roman"/>
                <a:cs typeface="Times New Roman"/>
              </a:rPr>
              <a:t>	&lt;jsp:forward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</a:t>
            </a:r>
            <a:endParaRPr sz="1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&lt;jsp:forward&gt;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memforward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dari</a:t>
            </a:r>
            <a:endParaRPr sz="1200">
              <a:latin typeface="Times New Roman"/>
              <a:cs typeface="Times New Roman"/>
            </a:endParaRPr>
          </a:p>
          <a:p>
            <a:pPr marL="299085" marR="45720">
              <a:lnSpc>
                <a:spcPct val="145100"/>
              </a:lnSpc>
            </a:pP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arahkan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A.jsp.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Tetapi,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A.jsp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di </a:t>
            </a:r>
            <a:r>
              <a:rPr sz="1200" dirty="0">
                <a:latin typeface="Times New Roman"/>
                <a:cs typeface="Times New Roman"/>
              </a:rPr>
              <a:t>forward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B.jsp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ditampilkan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B.jsp.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jelasnya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 </a:t>
            </a:r>
            <a:r>
              <a:rPr sz="1200" b="1" spc="-10" dirty="0">
                <a:latin typeface="Times New Roman"/>
                <a:cs typeface="Times New Roman"/>
              </a:rPr>
              <a:t>forward1.jsp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81860" y="3526790"/>
            <a:ext cx="4526915" cy="3451860"/>
            <a:chOff x="2181860" y="3526790"/>
            <a:chExt cx="4526915" cy="34518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1860" y="3526790"/>
              <a:ext cx="4526915" cy="34518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13635" y="4887595"/>
              <a:ext cx="4114800" cy="621665"/>
            </a:xfrm>
            <a:custGeom>
              <a:avLst/>
              <a:gdLst/>
              <a:ahLst/>
              <a:cxnLst/>
              <a:rect l="l" t="t" r="r" b="b"/>
              <a:pathLst>
                <a:path w="4114800" h="621664">
                  <a:moveTo>
                    <a:pt x="0" y="311150"/>
                  </a:moveTo>
                  <a:lnTo>
                    <a:pt x="22225" y="264794"/>
                  </a:lnTo>
                  <a:lnTo>
                    <a:pt x="66675" y="231775"/>
                  </a:lnTo>
                  <a:lnTo>
                    <a:pt x="109219" y="210819"/>
                  </a:lnTo>
                  <a:lnTo>
                    <a:pt x="161289" y="189864"/>
                  </a:lnTo>
                  <a:lnTo>
                    <a:pt x="222884" y="170179"/>
                  </a:lnTo>
                  <a:lnTo>
                    <a:pt x="292734" y="151129"/>
                  </a:lnTo>
                  <a:lnTo>
                    <a:pt x="331469" y="141604"/>
                  </a:lnTo>
                  <a:lnTo>
                    <a:pt x="371475" y="132714"/>
                  </a:lnTo>
                  <a:lnTo>
                    <a:pt x="414019" y="123825"/>
                  </a:lnTo>
                  <a:lnTo>
                    <a:pt x="458469" y="115569"/>
                  </a:lnTo>
                  <a:lnTo>
                    <a:pt x="504189" y="107314"/>
                  </a:lnTo>
                  <a:lnTo>
                    <a:pt x="552450" y="99059"/>
                  </a:lnTo>
                  <a:lnTo>
                    <a:pt x="602614" y="91439"/>
                  </a:lnTo>
                  <a:lnTo>
                    <a:pt x="654050" y="83819"/>
                  </a:lnTo>
                  <a:lnTo>
                    <a:pt x="707389" y="76200"/>
                  </a:lnTo>
                  <a:lnTo>
                    <a:pt x="762634" y="69214"/>
                  </a:lnTo>
                  <a:lnTo>
                    <a:pt x="819150" y="62864"/>
                  </a:lnTo>
                  <a:lnTo>
                    <a:pt x="876935" y="56514"/>
                  </a:lnTo>
                  <a:lnTo>
                    <a:pt x="936625" y="50164"/>
                  </a:lnTo>
                  <a:lnTo>
                    <a:pt x="998219" y="44450"/>
                  </a:lnTo>
                  <a:lnTo>
                    <a:pt x="1060450" y="38734"/>
                  </a:lnTo>
                  <a:lnTo>
                    <a:pt x="1124585" y="33654"/>
                  </a:lnTo>
                  <a:lnTo>
                    <a:pt x="1189989" y="29209"/>
                  </a:lnTo>
                  <a:lnTo>
                    <a:pt x="1256029" y="24764"/>
                  </a:lnTo>
                  <a:lnTo>
                    <a:pt x="1323975" y="20319"/>
                  </a:lnTo>
                  <a:lnTo>
                    <a:pt x="1393189" y="16509"/>
                  </a:lnTo>
                  <a:lnTo>
                    <a:pt x="1463039" y="13334"/>
                  </a:lnTo>
                  <a:lnTo>
                    <a:pt x="1534160" y="10159"/>
                  </a:lnTo>
                  <a:lnTo>
                    <a:pt x="1605914" y="7619"/>
                  </a:lnTo>
                  <a:lnTo>
                    <a:pt x="1678939" y="5079"/>
                  </a:lnTo>
                  <a:lnTo>
                    <a:pt x="1753235" y="3809"/>
                  </a:lnTo>
                  <a:lnTo>
                    <a:pt x="1828164" y="1904"/>
                  </a:lnTo>
                  <a:lnTo>
                    <a:pt x="1903729" y="1269"/>
                  </a:lnTo>
                  <a:lnTo>
                    <a:pt x="1979929" y="634"/>
                  </a:lnTo>
                  <a:lnTo>
                    <a:pt x="2057400" y="0"/>
                  </a:lnTo>
                  <a:lnTo>
                    <a:pt x="2134235" y="634"/>
                  </a:lnTo>
                  <a:lnTo>
                    <a:pt x="2210435" y="1269"/>
                  </a:lnTo>
                  <a:lnTo>
                    <a:pt x="2286635" y="1904"/>
                  </a:lnTo>
                  <a:lnTo>
                    <a:pt x="2360929" y="3809"/>
                  </a:lnTo>
                  <a:lnTo>
                    <a:pt x="2435225" y="5079"/>
                  </a:lnTo>
                  <a:lnTo>
                    <a:pt x="2508250" y="7619"/>
                  </a:lnTo>
                  <a:lnTo>
                    <a:pt x="2580004" y="10159"/>
                  </a:lnTo>
                  <a:lnTo>
                    <a:pt x="2651125" y="13334"/>
                  </a:lnTo>
                  <a:lnTo>
                    <a:pt x="2721610" y="16509"/>
                  </a:lnTo>
                  <a:lnTo>
                    <a:pt x="2790190" y="20319"/>
                  </a:lnTo>
                  <a:lnTo>
                    <a:pt x="2858135" y="24764"/>
                  </a:lnTo>
                  <a:lnTo>
                    <a:pt x="2924810" y="29209"/>
                  </a:lnTo>
                  <a:lnTo>
                    <a:pt x="2989579" y="33654"/>
                  </a:lnTo>
                  <a:lnTo>
                    <a:pt x="3053715" y="38734"/>
                  </a:lnTo>
                  <a:lnTo>
                    <a:pt x="3115944" y="44450"/>
                  </a:lnTo>
                  <a:lnTo>
                    <a:pt x="3177540" y="50164"/>
                  </a:lnTo>
                  <a:lnTo>
                    <a:pt x="3237229" y="56514"/>
                  </a:lnTo>
                  <a:lnTo>
                    <a:pt x="3295015" y="62864"/>
                  </a:lnTo>
                  <a:lnTo>
                    <a:pt x="3352165" y="69214"/>
                  </a:lnTo>
                  <a:lnTo>
                    <a:pt x="3406775" y="76200"/>
                  </a:lnTo>
                  <a:lnTo>
                    <a:pt x="3460115" y="83819"/>
                  </a:lnTo>
                  <a:lnTo>
                    <a:pt x="3512185" y="91439"/>
                  </a:lnTo>
                  <a:lnTo>
                    <a:pt x="3561715" y="99059"/>
                  </a:lnTo>
                  <a:lnTo>
                    <a:pt x="3609975" y="107314"/>
                  </a:lnTo>
                  <a:lnTo>
                    <a:pt x="3656329" y="115569"/>
                  </a:lnTo>
                  <a:lnTo>
                    <a:pt x="3700144" y="123825"/>
                  </a:lnTo>
                  <a:lnTo>
                    <a:pt x="3742690" y="132714"/>
                  </a:lnTo>
                  <a:lnTo>
                    <a:pt x="3783329" y="141604"/>
                  </a:lnTo>
                  <a:lnTo>
                    <a:pt x="3821429" y="151129"/>
                  </a:lnTo>
                  <a:lnTo>
                    <a:pt x="3891279" y="170179"/>
                  </a:lnTo>
                  <a:lnTo>
                    <a:pt x="3952875" y="189864"/>
                  </a:lnTo>
                  <a:lnTo>
                    <a:pt x="4004944" y="210819"/>
                  </a:lnTo>
                  <a:lnTo>
                    <a:pt x="4047490" y="231775"/>
                  </a:lnTo>
                  <a:lnTo>
                    <a:pt x="4079875" y="254000"/>
                  </a:lnTo>
                  <a:lnTo>
                    <a:pt x="4109085" y="287654"/>
                  </a:lnTo>
                  <a:lnTo>
                    <a:pt x="4114799" y="311150"/>
                  </a:lnTo>
                  <a:lnTo>
                    <a:pt x="4112894" y="322579"/>
                  </a:lnTo>
                  <a:lnTo>
                    <a:pt x="4091940" y="356869"/>
                  </a:lnTo>
                  <a:lnTo>
                    <a:pt x="4047490" y="389889"/>
                  </a:lnTo>
                  <a:lnTo>
                    <a:pt x="4004944" y="411479"/>
                  </a:lnTo>
                  <a:lnTo>
                    <a:pt x="3952875" y="431800"/>
                  </a:lnTo>
                  <a:lnTo>
                    <a:pt x="3891279" y="452119"/>
                  </a:lnTo>
                  <a:lnTo>
                    <a:pt x="3821429" y="471169"/>
                  </a:lnTo>
                  <a:lnTo>
                    <a:pt x="3783329" y="480059"/>
                  </a:lnTo>
                  <a:lnTo>
                    <a:pt x="3742690" y="489584"/>
                  </a:lnTo>
                  <a:lnTo>
                    <a:pt x="3700144" y="497839"/>
                  </a:lnTo>
                  <a:lnTo>
                    <a:pt x="3656329" y="506729"/>
                  </a:lnTo>
                  <a:lnTo>
                    <a:pt x="3609975" y="514984"/>
                  </a:lnTo>
                  <a:lnTo>
                    <a:pt x="3561715" y="523239"/>
                  </a:lnTo>
                  <a:lnTo>
                    <a:pt x="3512185" y="530859"/>
                  </a:lnTo>
                  <a:lnTo>
                    <a:pt x="3460115" y="538479"/>
                  </a:lnTo>
                  <a:lnTo>
                    <a:pt x="3406775" y="545464"/>
                  </a:lnTo>
                  <a:lnTo>
                    <a:pt x="3352165" y="552450"/>
                  </a:lnTo>
                  <a:lnTo>
                    <a:pt x="3295015" y="559434"/>
                  </a:lnTo>
                  <a:lnTo>
                    <a:pt x="3237229" y="565784"/>
                  </a:lnTo>
                  <a:lnTo>
                    <a:pt x="3177540" y="572134"/>
                  </a:lnTo>
                  <a:lnTo>
                    <a:pt x="3115944" y="577850"/>
                  </a:lnTo>
                  <a:lnTo>
                    <a:pt x="3053715" y="582929"/>
                  </a:lnTo>
                  <a:lnTo>
                    <a:pt x="2989579" y="588009"/>
                  </a:lnTo>
                  <a:lnTo>
                    <a:pt x="2924810" y="593089"/>
                  </a:lnTo>
                  <a:lnTo>
                    <a:pt x="2858135" y="597534"/>
                  </a:lnTo>
                  <a:lnTo>
                    <a:pt x="2790190" y="601344"/>
                  </a:lnTo>
                  <a:lnTo>
                    <a:pt x="2721610" y="605154"/>
                  </a:lnTo>
                  <a:lnTo>
                    <a:pt x="2651125" y="608964"/>
                  </a:lnTo>
                  <a:lnTo>
                    <a:pt x="2580004" y="611504"/>
                  </a:lnTo>
                  <a:lnTo>
                    <a:pt x="2508250" y="614679"/>
                  </a:lnTo>
                  <a:lnTo>
                    <a:pt x="2435225" y="616584"/>
                  </a:lnTo>
                  <a:lnTo>
                    <a:pt x="2360929" y="618489"/>
                  </a:lnTo>
                  <a:lnTo>
                    <a:pt x="2286635" y="619759"/>
                  </a:lnTo>
                  <a:lnTo>
                    <a:pt x="2210435" y="621029"/>
                  </a:lnTo>
                  <a:lnTo>
                    <a:pt x="2134235" y="621664"/>
                  </a:lnTo>
                  <a:lnTo>
                    <a:pt x="2057400" y="621664"/>
                  </a:lnTo>
                  <a:lnTo>
                    <a:pt x="1979929" y="621664"/>
                  </a:lnTo>
                  <a:lnTo>
                    <a:pt x="1903729" y="621029"/>
                  </a:lnTo>
                  <a:lnTo>
                    <a:pt x="1828164" y="619759"/>
                  </a:lnTo>
                  <a:lnTo>
                    <a:pt x="1753235" y="618489"/>
                  </a:lnTo>
                  <a:lnTo>
                    <a:pt x="1678939" y="616584"/>
                  </a:lnTo>
                  <a:lnTo>
                    <a:pt x="1605914" y="614679"/>
                  </a:lnTo>
                  <a:lnTo>
                    <a:pt x="1534160" y="611504"/>
                  </a:lnTo>
                  <a:lnTo>
                    <a:pt x="1463039" y="608964"/>
                  </a:lnTo>
                  <a:lnTo>
                    <a:pt x="1393189" y="605154"/>
                  </a:lnTo>
                  <a:lnTo>
                    <a:pt x="1323975" y="601344"/>
                  </a:lnTo>
                  <a:lnTo>
                    <a:pt x="1256029" y="597534"/>
                  </a:lnTo>
                  <a:lnTo>
                    <a:pt x="1189989" y="593089"/>
                  </a:lnTo>
                  <a:lnTo>
                    <a:pt x="1124585" y="588009"/>
                  </a:lnTo>
                  <a:lnTo>
                    <a:pt x="1060450" y="582929"/>
                  </a:lnTo>
                  <a:lnTo>
                    <a:pt x="998219" y="577850"/>
                  </a:lnTo>
                  <a:lnTo>
                    <a:pt x="936625" y="572134"/>
                  </a:lnTo>
                  <a:lnTo>
                    <a:pt x="876935" y="565784"/>
                  </a:lnTo>
                  <a:lnTo>
                    <a:pt x="819150" y="559434"/>
                  </a:lnTo>
                  <a:lnTo>
                    <a:pt x="762634" y="552450"/>
                  </a:lnTo>
                  <a:lnTo>
                    <a:pt x="707389" y="545464"/>
                  </a:lnTo>
                  <a:lnTo>
                    <a:pt x="654050" y="538479"/>
                  </a:lnTo>
                  <a:lnTo>
                    <a:pt x="602614" y="530859"/>
                  </a:lnTo>
                  <a:lnTo>
                    <a:pt x="552450" y="523239"/>
                  </a:lnTo>
                  <a:lnTo>
                    <a:pt x="504189" y="514984"/>
                  </a:lnTo>
                  <a:lnTo>
                    <a:pt x="458469" y="506729"/>
                  </a:lnTo>
                  <a:lnTo>
                    <a:pt x="414019" y="497839"/>
                  </a:lnTo>
                  <a:lnTo>
                    <a:pt x="371475" y="489584"/>
                  </a:lnTo>
                  <a:lnTo>
                    <a:pt x="331469" y="480059"/>
                  </a:lnTo>
                  <a:lnTo>
                    <a:pt x="292734" y="471169"/>
                  </a:lnTo>
                  <a:lnTo>
                    <a:pt x="222884" y="452119"/>
                  </a:lnTo>
                  <a:lnTo>
                    <a:pt x="161289" y="431800"/>
                  </a:lnTo>
                  <a:lnTo>
                    <a:pt x="109219" y="411479"/>
                  </a:lnTo>
                  <a:lnTo>
                    <a:pt x="66675" y="389889"/>
                  </a:lnTo>
                  <a:lnTo>
                    <a:pt x="34289" y="368300"/>
                  </a:lnTo>
                  <a:lnTo>
                    <a:pt x="5079" y="334009"/>
                  </a:lnTo>
                  <a:lnTo>
                    <a:pt x="0" y="311150"/>
                  </a:lnTo>
                  <a:close/>
                </a:path>
              </a:pathLst>
            </a:custGeom>
            <a:ln w="24384">
              <a:solidFill>
                <a:srgbClr val="385D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8360" y="7338059"/>
            <a:ext cx="4493895" cy="14293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06041" y="3226181"/>
            <a:ext cx="1311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Sintak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forward1.jsp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6041" y="7049515"/>
            <a:ext cx="897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Forward2.jsp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8360" y="1066800"/>
            <a:ext cx="4574413" cy="208978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71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8360" y="1331594"/>
            <a:ext cx="4590415" cy="3622040"/>
            <a:chOff x="2118360" y="1331594"/>
            <a:chExt cx="4590415" cy="3622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360" y="1331594"/>
              <a:ext cx="4590415" cy="36220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18435" y="3745865"/>
              <a:ext cx="3541395" cy="621665"/>
            </a:xfrm>
            <a:custGeom>
              <a:avLst/>
              <a:gdLst/>
              <a:ahLst/>
              <a:cxnLst/>
              <a:rect l="l" t="t" r="r" b="b"/>
              <a:pathLst>
                <a:path w="3541395" h="621664">
                  <a:moveTo>
                    <a:pt x="0" y="311150"/>
                  </a:moveTo>
                  <a:lnTo>
                    <a:pt x="13969" y="271144"/>
                  </a:lnTo>
                  <a:lnTo>
                    <a:pt x="56514" y="232409"/>
                  </a:lnTo>
                  <a:lnTo>
                    <a:pt x="99694" y="207644"/>
                  </a:lnTo>
                  <a:lnTo>
                    <a:pt x="153669" y="184150"/>
                  </a:lnTo>
                  <a:lnTo>
                    <a:pt x="217804" y="161289"/>
                  </a:lnTo>
                  <a:lnTo>
                    <a:pt x="292100" y="139700"/>
                  </a:lnTo>
                  <a:lnTo>
                    <a:pt x="332739" y="129539"/>
                  </a:lnTo>
                  <a:lnTo>
                    <a:pt x="375919" y="119379"/>
                  </a:lnTo>
                  <a:lnTo>
                    <a:pt x="421639" y="109854"/>
                  </a:lnTo>
                  <a:lnTo>
                    <a:pt x="468629" y="100329"/>
                  </a:lnTo>
                  <a:lnTo>
                    <a:pt x="518159" y="90804"/>
                  </a:lnTo>
                  <a:lnTo>
                    <a:pt x="570229" y="82550"/>
                  </a:lnTo>
                  <a:lnTo>
                    <a:pt x="623569" y="74294"/>
                  </a:lnTo>
                  <a:lnTo>
                    <a:pt x="678814" y="66039"/>
                  </a:lnTo>
                  <a:lnTo>
                    <a:pt x="736600" y="58419"/>
                  </a:lnTo>
                  <a:lnTo>
                    <a:pt x="795654" y="51434"/>
                  </a:lnTo>
                  <a:lnTo>
                    <a:pt x="855979" y="44450"/>
                  </a:lnTo>
                  <a:lnTo>
                    <a:pt x="918844" y="38100"/>
                  </a:lnTo>
                  <a:lnTo>
                    <a:pt x="982344" y="32384"/>
                  </a:lnTo>
                  <a:lnTo>
                    <a:pt x="1047750" y="27304"/>
                  </a:lnTo>
                  <a:lnTo>
                    <a:pt x="1115060" y="22225"/>
                  </a:lnTo>
                  <a:lnTo>
                    <a:pt x="1183004" y="17779"/>
                  </a:lnTo>
                  <a:lnTo>
                    <a:pt x="1252854" y="13334"/>
                  </a:lnTo>
                  <a:lnTo>
                    <a:pt x="1323339" y="10159"/>
                  </a:lnTo>
                  <a:lnTo>
                    <a:pt x="1395729" y="6984"/>
                  </a:lnTo>
                  <a:lnTo>
                    <a:pt x="1468754" y="4444"/>
                  </a:lnTo>
                  <a:lnTo>
                    <a:pt x="1543050" y="2539"/>
                  </a:lnTo>
                  <a:lnTo>
                    <a:pt x="1617979" y="1269"/>
                  </a:lnTo>
                  <a:lnTo>
                    <a:pt x="1693544" y="0"/>
                  </a:lnTo>
                  <a:lnTo>
                    <a:pt x="1770379" y="0"/>
                  </a:lnTo>
                  <a:lnTo>
                    <a:pt x="1847214" y="0"/>
                  </a:lnTo>
                  <a:lnTo>
                    <a:pt x="1923414" y="1269"/>
                  </a:lnTo>
                  <a:lnTo>
                    <a:pt x="1998344" y="2539"/>
                  </a:lnTo>
                  <a:lnTo>
                    <a:pt x="2072639" y="4444"/>
                  </a:lnTo>
                  <a:lnTo>
                    <a:pt x="2145665" y="6984"/>
                  </a:lnTo>
                  <a:lnTo>
                    <a:pt x="2217419" y="10159"/>
                  </a:lnTo>
                  <a:lnTo>
                    <a:pt x="2288540" y="13334"/>
                  </a:lnTo>
                  <a:lnTo>
                    <a:pt x="2357754" y="17779"/>
                  </a:lnTo>
                  <a:lnTo>
                    <a:pt x="2426335" y="22225"/>
                  </a:lnTo>
                  <a:lnTo>
                    <a:pt x="2493010" y="27304"/>
                  </a:lnTo>
                  <a:lnTo>
                    <a:pt x="2558415" y="32384"/>
                  </a:lnTo>
                  <a:lnTo>
                    <a:pt x="2622550" y="38100"/>
                  </a:lnTo>
                  <a:lnTo>
                    <a:pt x="2684779" y="44450"/>
                  </a:lnTo>
                  <a:lnTo>
                    <a:pt x="2745740" y="51434"/>
                  </a:lnTo>
                  <a:lnTo>
                    <a:pt x="2804794" y="58419"/>
                  </a:lnTo>
                  <a:lnTo>
                    <a:pt x="2861944" y="66039"/>
                  </a:lnTo>
                  <a:lnTo>
                    <a:pt x="2917825" y="74294"/>
                  </a:lnTo>
                  <a:lnTo>
                    <a:pt x="2971165" y="82550"/>
                  </a:lnTo>
                  <a:lnTo>
                    <a:pt x="3022600" y="90804"/>
                  </a:lnTo>
                  <a:lnTo>
                    <a:pt x="3072129" y="100329"/>
                  </a:lnTo>
                  <a:lnTo>
                    <a:pt x="3119754" y="109854"/>
                  </a:lnTo>
                  <a:lnTo>
                    <a:pt x="3165475" y="119379"/>
                  </a:lnTo>
                  <a:lnTo>
                    <a:pt x="3208019" y="129539"/>
                  </a:lnTo>
                  <a:lnTo>
                    <a:pt x="3249294" y="139700"/>
                  </a:lnTo>
                  <a:lnTo>
                    <a:pt x="3287394" y="150494"/>
                  </a:lnTo>
                  <a:lnTo>
                    <a:pt x="3357244" y="172719"/>
                  </a:lnTo>
                  <a:lnTo>
                    <a:pt x="3416300" y="195579"/>
                  </a:lnTo>
                  <a:lnTo>
                    <a:pt x="3464560" y="219709"/>
                  </a:lnTo>
                  <a:lnTo>
                    <a:pt x="3502025" y="245109"/>
                  </a:lnTo>
                  <a:lnTo>
                    <a:pt x="3535044" y="283844"/>
                  </a:lnTo>
                  <a:lnTo>
                    <a:pt x="3541394" y="311150"/>
                  </a:lnTo>
                  <a:lnTo>
                    <a:pt x="3540125" y="324484"/>
                  </a:lnTo>
                  <a:lnTo>
                    <a:pt x="3515994" y="363854"/>
                  </a:lnTo>
                  <a:lnTo>
                    <a:pt x="3484879" y="389254"/>
                  </a:lnTo>
                  <a:lnTo>
                    <a:pt x="3441700" y="414019"/>
                  </a:lnTo>
                  <a:lnTo>
                    <a:pt x="3387725" y="437514"/>
                  </a:lnTo>
                  <a:lnTo>
                    <a:pt x="3323590" y="460374"/>
                  </a:lnTo>
                  <a:lnTo>
                    <a:pt x="3249294" y="481964"/>
                  </a:lnTo>
                  <a:lnTo>
                    <a:pt x="3208019" y="492759"/>
                  </a:lnTo>
                  <a:lnTo>
                    <a:pt x="3165475" y="502284"/>
                  </a:lnTo>
                  <a:lnTo>
                    <a:pt x="3119754" y="512444"/>
                  </a:lnTo>
                  <a:lnTo>
                    <a:pt x="3072129" y="521969"/>
                  </a:lnTo>
                  <a:lnTo>
                    <a:pt x="3022600" y="530859"/>
                  </a:lnTo>
                  <a:lnTo>
                    <a:pt x="2971165" y="539749"/>
                  </a:lnTo>
                  <a:lnTo>
                    <a:pt x="2917825" y="548004"/>
                  </a:lnTo>
                  <a:lnTo>
                    <a:pt x="2861944" y="555624"/>
                  </a:lnTo>
                  <a:lnTo>
                    <a:pt x="2804794" y="563244"/>
                  </a:lnTo>
                  <a:lnTo>
                    <a:pt x="2745740" y="570229"/>
                  </a:lnTo>
                  <a:lnTo>
                    <a:pt x="2684779" y="577214"/>
                  </a:lnTo>
                  <a:lnTo>
                    <a:pt x="2622550" y="583564"/>
                  </a:lnTo>
                  <a:lnTo>
                    <a:pt x="2558415" y="589279"/>
                  </a:lnTo>
                  <a:lnTo>
                    <a:pt x="2493010" y="594994"/>
                  </a:lnTo>
                  <a:lnTo>
                    <a:pt x="2426335" y="600074"/>
                  </a:lnTo>
                  <a:lnTo>
                    <a:pt x="2357754" y="604519"/>
                  </a:lnTo>
                  <a:lnTo>
                    <a:pt x="2288540" y="608329"/>
                  </a:lnTo>
                  <a:lnTo>
                    <a:pt x="2217419" y="611504"/>
                  </a:lnTo>
                  <a:lnTo>
                    <a:pt x="2145665" y="614679"/>
                  </a:lnTo>
                  <a:lnTo>
                    <a:pt x="2072639" y="617219"/>
                  </a:lnTo>
                  <a:lnTo>
                    <a:pt x="1998344" y="619124"/>
                  </a:lnTo>
                  <a:lnTo>
                    <a:pt x="1923414" y="620394"/>
                  </a:lnTo>
                  <a:lnTo>
                    <a:pt x="1847214" y="621664"/>
                  </a:lnTo>
                  <a:lnTo>
                    <a:pt x="1770379" y="621664"/>
                  </a:lnTo>
                  <a:lnTo>
                    <a:pt x="1693544" y="621664"/>
                  </a:lnTo>
                  <a:lnTo>
                    <a:pt x="1617979" y="620394"/>
                  </a:lnTo>
                  <a:lnTo>
                    <a:pt x="1543050" y="619124"/>
                  </a:lnTo>
                  <a:lnTo>
                    <a:pt x="1468754" y="617219"/>
                  </a:lnTo>
                  <a:lnTo>
                    <a:pt x="1395729" y="614679"/>
                  </a:lnTo>
                  <a:lnTo>
                    <a:pt x="1323339" y="611504"/>
                  </a:lnTo>
                  <a:lnTo>
                    <a:pt x="1252854" y="608329"/>
                  </a:lnTo>
                  <a:lnTo>
                    <a:pt x="1183004" y="604519"/>
                  </a:lnTo>
                  <a:lnTo>
                    <a:pt x="1115060" y="600074"/>
                  </a:lnTo>
                  <a:lnTo>
                    <a:pt x="1047750" y="594994"/>
                  </a:lnTo>
                  <a:lnTo>
                    <a:pt x="982344" y="589279"/>
                  </a:lnTo>
                  <a:lnTo>
                    <a:pt x="918844" y="583564"/>
                  </a:lnTo>
                  <a:lnTo>
                    <a:pt x="855979" y="577214"/>
                  </a:lnTo>
                  <a:lnTo>
                    <a:pt x="795654" y="570229"/>
                  </a:lnTo>
                  <a:lnTo>
                    <a:pt x="736600" y="563244"/>
                  </a:lnTo>
                  <a:lnTo>
                    <a:pt x="678814" y="555624"/>
                  </a:lnTo>
                  <a:lnTo>
                    <a:pt x="623569" y="548004"/>
                  </a:lnTo>
                  <a:lnTo>
                    <a:pt x="570229" y="539749"/>
                  </a:lnTo>
                  <a:lnTo>
                    <a:pt x="518159" y="530859"/>
                  </a:lnTo>
                  <a:lnTo>
                    <a:pt x="468629" y="521969"/>
                  </a:lnTo>
                  <a:lnTo>
                    <a:pt x="421639" y="512444"/>
                  </a:lnTo>
                  <a:lnTo>
                    <a:pt x="375919" y="502284"/>
                  </a:lnTo>
                  <a:lnTo>
                    <a:pt x="332739" y="492759"/>
                  </a:lnTo>
                  <a:lnTo>
                    <a:pt x="292100" y="481964"/>
                  </a:lnTo>
                  <a:lnTo>
                    <a:pt x="254000" y="471169"/>
                  </a:lnTo>
                  <a:lnTo>
                    <a:pt x="184150" y="448944"/>
                  </a:lnTo>
                  <a:lnTo>
                    <a:pt x="125094" y="426084"/>
                  </a:lnTo>
                  <a:lnTo>
                    <a:pt x="76834" y="401954"/>
                  </a:lnTo>
                  <a:lnTo>
                    <a:pt x="39369" y="376554"/>
                  </a:lnTo>
                  <a:lnTo>
                    <a:pt x="6350" y="337819"/>
                  </a:lnTo>
                  <a:lnTo>
                    <a:pt x="0" y="311150"/>
                  </a:lnTo>
                  <a:close/>
                </a:path>
              </a:pathLst>
            </a:custGeom>
            <a:ln w="24384">
              <a:solidFill>
                <a:srgbClr val="385D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106041" y="1038859"/>
            <a:ext cx="1737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Detail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Sintak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forward2.jsp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72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8891" y="5189854"/>
            <a:ext cx="4453890" cy="39731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3.</a:t>
            </a:r>
            <a:r>
              <a:rPr sz="1200" spc="40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&lt;jsp:useBean&gt; Action</a:t>
            </a:r>
            <a:endParaRPr sz="1200">
              <a:latin typeface="Times New Roman"/>
              <a:cs typeface="Times New Roman"/>
            </a:endParaRPr>
          </a:p>
          <a:p>
            <a:pPr marL="527685" marR="8890" algn="just">
              <a:lnSpc>
                <a:spcPct val="14310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memanipulasi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java.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semester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belum diajarkan.</a:t>
            </a:r>
            <a:endParaRPr sz="12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660"/>
              </a:spcBef>
              <a:buAutoNum type="alphaLcPeriod" startAt="6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Implicit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</a:t>
            </a:r>
            <a:endParaRPr sz="1200">
              <a:latin typeface="Times New Roman"/>
              <a:cs typeface="Times New Roman"/>
            </a:endParaRPr>
          </a:p>
          <a:p>
            <a:pPr marL="241935" marR="9525" algn="just">
              <a:lnSpc>
                <a:spcPts val="2070"/>
              </a:lnSpc>
              <a:spcBef>
                <a:spcPts val="140"/>
              </a:spcBef>
            </a:pPr>
            <a:r>
              <a:rPr sz="1200" dirty="0">
                <a:latin typeface="Times New Roman"/>
                <a:cs typeface="Times New Roman"/>
              </a:rPr>
              <a:t>Implicit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bagaimana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menyediakan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akses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ke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jsp.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Implicit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(Implicit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Object)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spc="-50" dirty="0">
                <a:latin typeface="Times New Roman"/>
                <a:cs typeface="Times New Roman"/>
              </a:rPr>
              <a:t>4 </a:t>
            </a:r>
            <a:r>
              <a:rPr sz="1200" dirty="0">
                <a:latin typeface="Times New Roman"/>
                <a:cs typeface="Times New Roman"/>
              </a:rPr>
              <a:t>komponen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yaitu:</a:t>
            </a:r>
            <a:endParaRPr sz="1200">
              <a:latin typeface="Times New Roman"/>
              <a:cs typeface="Times New Roman"/>
            </a:endParaRPr>
          </a:p>
          <a:p>
            <a:pPr marL="527050" lvl="1" indent="-285750" algn="just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27050" algn="l"/>
              </a:tabLst>
            </a:pPr>
            <a:r>
              <a:rPr sz="1200" spc="-10" dirty="0">
                <a:latin typeface="Times New Roman"/>
                <a:cs typeface="Times New Roman"/>
              </a:rPr>
              <a:t>Application</a:t>
            </a:r>
            <a:endParaRPr sz="1200">
              <a:latin typeface="Times New Roman"/>
              <a:cs typeface="Times New Roman"/>
            </a:endParaRPr>
          </a:p>
          <a:p>
            <a:pPr marL="527685" algn="just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menyediakan kontainer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</a:t>
            </a:r>
            <a:r>
              <a:rPr sz="1200" spc="-25" dirty="0">
                <a:latin typeface="Times New Roman"/>
                <a:cs typeface="Times New Roman"/>
              </a:rPr>
              <a:t> jsp</a:t>
            </a:r>
            <a:endParaRPr sz="1200">
              <a:latin typeface="Times New Roman"/>
              <a:cs typeface="Times New Roman"/>
            </a:endParaRPr>
          </a:p>
          <a:p>
            <a:pPr marL="527050" lvl="1" indent="-285750" algn="just">
              <a:lnSpc>
                <a:spcPct val="100000"/>
              </a:lnSpc>
              <a:spcBef>
                <a:spcPts val="630"/>
              </a:spcBef>
              <a:buAutoNum type="arabicPeriod" startAt="2"/>
              <a:tabLst>
                <a:tab pos="527050" algn="l"/>
              </a:tabLst>
            </a:pPr>
            <a:r>
              <a:rPr sz="1200" spc="-20" dirty="0">
                <a:latin typeface="Times New Roman"/>
                <a:cs typeface="Times New Roman"/>
              </a:rPr>
              <a:t>Page</a:t>
            </a:r>
            <a:endParaRPr sz="1200">
              <a:latin typeface="Times New Roman"/>
              <a:cs typeface="Times New Roman"/>
            </a:endParaRPr>
          </a:p>
          <a:p>
            <a:pPr marL="527685" marR="5080" algn="just">
              <a:lnSpc>
                <a:spcPct val="14370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pengolahan,pencetakan,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penanganan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sintak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exception.</a:t>
            </a:r>
            <a:endParaRPr sz="1200">
              <a:latin typeface="Times New Roman"/>
              <a:cs typeface="Times New Roman"/>
            </a:endParaRPr>
          </a:p>
          <a:p>
            <a:pPr marL="527050" lvl="1" indent="-285750" algn="just">
              <a:lnSpc>
                <a:spcPct val="100000"/>
              </a:lnSpc>
              <a:spcBef>
                <a:spcPts val="650"/>
              </a:spcBef>
              <a:buAutoNum type="arabicPeriod" startAt="3"/>
              <a:tabLst>
                <a:tab pos="527050" algn="l"/>
              </a:tabLst>
            </a:pPr>
            <a:r>
              <a:rPr sz="1200" spc="-10" dirty="0">
                <a:latin typeface="Times New Roman"/>
                <a:cs typeface="Times New Roman"/>
              </a:rPr>
              <a:t>request</a:t>
            </a:r>
            <a:endParaRPr sz="1200">
              <a:latin typeface="Times New Roman"/>
              <a:cs typeface="Times New Roman"/>
            </a:endParaRPr>
          </a:p>
          <a:p>
            <a:pPr marL="527685" algn="just">
              <a:lnSpc>
                <a:spcPct val="100000"/>
              </a:lnSpc>
              <a:spcBef>
                <a:spcPts val="605"/>
              </a:spcBef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menangani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 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client.</a:t>
            </a:r>
            <a:endParaRPr sz="1200">
              <a:latin typeface="Times New Roman"/>
              <a:cs typeface="Times New Roman"/>
            </a:endParaRPr>
          </a:p>
          <a:p>
            <a:pPr marL="527050" lvl="1" indent="-285750" algn="just">
              <a:lnSpc>
                <a:spcPct val="100000"/>
              </a:lnSpc>
              <a:spcBef>
                <a:spcPts val="640"/>
              </a:spcBef>
              <a:buAutoNum type="arabicPeriod" startAt="4"/>
              <a:tabLst>
                <a:tab pos="52705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Session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1720" y="7274052"/>
            <a:ext cx="4432300" cy="181673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350"/>
              </a:spcBef>
            </a:pPr>
            <a:r>
              <a:rPr sz="1000" dirty="0">
                <a:latin typeface="Courier New"/>
                <a:cs typeface="Courier New"/>
              </a:rPr>
              <a:t>&lt;%!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hari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3;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&lt;head&gt;&lt;title&gt;Contoh IF...ELSE&lt;/title&gt;&lt;/head&gt;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(hari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|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hari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7)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554355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Merupakan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Hari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Weekend&lt;/p&gt;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55435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Hari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bukan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weekend&lt;/p&gt;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9525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78760" y="949578"/>
            <a:ext cx="4220210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algn="just">
              <a:lnSpc>
                <a:spcPct val="1445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menyediakan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informasi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session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dibuat.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Biasanya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Login </a:t>
            </a:r>
            <a:r>
              <a:rPr sz="1200" dirty="0">
                <a:latin typeface="Times New Roman"/>
                <a:cs typeface="Times New Roman"/>
              </a:rPr>
              <a:t>sebelum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site.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Implicit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dilihat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penggalan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8891" y="5878195"/>
            <a:ext cx="4450080" cy="13423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g.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  <a:p>
            <a:pPr marL="241935" marR="5080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menyelesaikan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permasalahan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logika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manusia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diubah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pemrograman </a:t>
            </a:r>
            <a:r>
              <a:rPr sz="1200" dirty="0">
                <a:latin typeface="Times New Roman"/>
                <a:cs typeface="Times New Roman"/>
              </a:rPr>
              <a:t>JSP.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pertama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IF...Else </a:t>
            </a:r>
            <a:r>
              <a:rPr sz="1200" dirty="0">
                <a:latin typeface="Times New Roman"/>
                <a:cs typeface="Times New Roman"/>
              </a:rPr>
              <a:t>(Jika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True....Jika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False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).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IF..Else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sbb: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24735" y="2456052"/>
            <a:ext cx="4629785" cy="3200400"/>
            <a:chOff x="2324735" y="2456052"/>
            <a:chExt cx="4629785" cy="3200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6022" y="2456052"/>
              <a:ext cx="4237989" cy="32004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36927" y="3464433"/>
              <a:ext cx="4074795" cy="914400"/>
            </a:xfrm>
            <a:custGeom>
              <a:avLst/>
              <a:gdLst/>
              <a:ahLst/>
              <a:cxnLst/>
              <a:rect l="l" t="t" r="r" b="b"/>
              <a:pathLst>
                <a:path w="4074795" h="914400">
                  <a:moveTo>
                    <a:pt x="0" y="457200"/>
                  </a:moveTo>
                  <a:lnTo>
                    <a:pt x="11430" y="408305"/>
                  </a:lnTo>
                  <a:lnTo>
                    <a:pt x="44450" y="360680"/>
                  </a:lnTo>
                  <a:lnTo>
                    <a:pt x="78740" y="330200"/>
                  </a:lnTo>
                  <a:lnTo>
                    <a:pt x="121920" y="300990"/>
                  </a:lnTo>
                  <a:lnTo>
                    <a:pt x="173355" y="271780"/>
                  </a:lnTo>
                  <a:lnTo>
                    <a:pt x="233680" y="244475"/>
                  </a:lnTo>
                  <a:lnTo>
                    <a:pt x="301625" y="217170"/>
                  </a:lnTo>
                  <a:lnTo>
                    <a:pt x="338455" y="204470"/>
                  </a:lnTo>
                  <a:lnTo>
                    <a:pt x="377190" y="191770"/>
                  </a:lnTo>
                  <a:lnTo>
                    <a:pt x="417195" y="179705"/>
                  </a:lnTo>
                  <a:lnTo>
                    <a:pt x="459740" y="167640"/>
                  </a:lnTo>
                  <a:lnTo>
                    <a:pt x="503555" y="156210"/>
                  </a:lnTo>
                  <a:lnTo>
                    <a:pt x="549275" y="144780"/>
                  </a:lnTo>
                  <a:lnTo>
                    <a:pt x="596265" y="133985"/>
                  </a:lnTo>
                  <a:lnTo>
                    <a:pt x="645160" y="123190"/>
                  </a:lnTo>
                  <a:lnTo>
                    <a:pt x="695960" y="113030"/>
                  </a:lnTo>
                  <a:lnTo>
                    <a:pt x="748030" y="102870"/>
                  </a:lnTo>
                  <a:lnTo>
                    <a:pt x="801370" y="93345"/>
                  </a:lnTo>
                  <a:lnTo>
                    <a:pt x="855980" y="84455"/>
                  </a:lnTo>
                  <a:lnTo>
                    <a:pt x="912495" y="75565"/>
                  </a:lnTo>
                  <a:lnTo>
                    <a:pt x="969645" y="67310"/>
                  </a:lnTo>
                  <a:lnTo>
                    <a:pt x="1028700" y="59690"/>
                  </a:lnTo>
                  <a:lnTo>
                    <a:pt x="1089025" y="52070"/>
                  </a:lnTo>
                  <a:lnTo>
                    <a:pt x="1149985" y="45085"/>
                  </a:lnTo>
                  <a:lnTo>
                    <a:pt x="1212850" y="38735"/>
                  </a:lnTo>
                  <a:lnTo>
                    <a:pt x="1276350" y="33020"/>
                  </a:lnTo>
                  <a:lnTo>
                    <a:pt x="1341120" y="27305"/>
                  </a:lnTo>
                  <a:lnTo>
                    <a:pt x="1406525" y="22225"/>
                  </a:lnTo>
                  <a:lnTo>
                    <a:pt x="1473200" y="17780"/>
                  </a:lnTo>
                  <a:lnTo>
                    <a:pt x="1541145" y="13335"/>
                  </a:lnTo>
                  <a:lnTo>
                    <a:pt x="1609725" y="10160"/>
                  </a:lnTo>
                  <a:lnTo>
                    <a:pt x="1678939" y="6985"/>
                  </a:lnTo>
                  <a:lnTo>
                    <a:pt x="1748789" y="4445"/>
                  </a:lnTo>
                  <a:lnTo>
                    <a:pt x="1819910" y="2540"/>
                  </a:lnTo>
                  <a:lnTo>
                    <a:pt x="1891664" y="635"/>
                  </a:lnTo>
                  <a:lnTo>
                    <a:pt x="1964055" y="0"/>
                  </a:lnTo>
                  <a:lnTo>
                    <a:pt x="2037080" y="0"/>
                  </a:lnTo>
                  <a:lnTo>
                    <a:pt x="2110105" y="0"/>
                  </a:lnTo>
                  <a:lnTo>
                    <a:pt x="2183130" y="635"/>
                  </a:lnTo>
                  <a:lnTo>
                    <a:pt x="2254885" y="2540"/>
                  </a:lnTo>
                  <a:lnTo>
                    <a:pt x="2325370" y="4445"/>
                  </a:lnTo>
                  <a:lnTo>
                    <a:pt x="2395855" y="6985"/>
                  </a:lnTo>
                  <a:lnTo>
                    <a:pt x="2465070" y="10160"/>
                  </a:lnTo>
                  <a:lnTo>
                    <a:pt x="2533650" y="13335"/>
                  </a:lnTo>
                  <a:lnTo>
                    <a:pt x="2601595" y="17780"/>
                  </a:lnTo>
                  <a:lnTo>
                    <a:pt x="2668270" y="22225"/>
                  </a:lnTo>
                  <a:lnTo>
                    <a:pt x="2733675" y="27305"/>
                  </a:lnTo>
                  <a:lnTo>
                    <a:pt x="2798445" y="33020"/>
                  </a:lnTo>
                  <a:lnTo>
                    <a:pt x="2861945" y="38735"/>
                  </a:lnTo>
                  <a:lnTo>
                    <a:pt x="2924810" y="45085"/>
                  </a:lnTo>
                  <a:lnTo>
                    <a:pt x="2985770" y="52070"/>
                  </a:lnTo>
                  <a:lnTo>
                    <a:pt x="3046095" y="59690"/>
                  </a:lnTo>
                  <a:lnTo>
                    <a:pt x="3105150" y="67310"/>
                  </a:lnTo>
                  <a:lnTo>
                    <a:pt x="3162300" y="75565"/>
                  </a:lnTo>
                  <a:lnTo>
                    <a:pt x="3218815" y="84455"/>
                  </a:lnTo>
                  <a:lnTo>
                    <a:pt x="3273425" y="93345"/>
                  </a:lnTo>
                  <a:lnTo>
                    <a:pt x="3326765" y="102870"/>
                  </a:lnTo>
                  <a:lnTo>
                    <a:pt x="3378835" y="113030"/>
                  </a:lnTo>
                  <a:lnTo>
                    <a:pt x="3429000" y="123190"/>
                  </a:lnTo>
                  <a:lnTo>
                    <a:pt x="3477895" y="133985"/>
                  </a:lnTo>
                  <a:lnTo>
                    <a:pt x="3525520" y="144780"/>
                  </a:lnTo>
                  <a:lnTo>
                    <a:pt x="3571240" y="156210"/>
                  </a:lnTo>
                  <a:lnTo>
                    <a:pt x="3615055" y="167640"/>
                  </a:lnTo>
                  <a:lnTo>
                    <a:pt x="3657600" y="179705"/>
                  </a:lnTo>
                  <a:lnTo>
                    <a:pt x="3697605" y="191770"/>
                  </a:lnTo>
                  <a:lnTo>
                    <a:pt x="3736340" y="204470"/>
                  </a:lnTo>
                  <a:lnTo>
                    <a:pt x="3773170" y="217170"/>
                  </a:lnTo>
                  <a:lnTo>
                    <a:pt x="3841115" y="244475"/>
                  </a:lnTo>
                  <a:lnTo>
                    <a:pt x="3900805" y="271780"/>
                  </a:lnTo>
                  <a:lnTo>
                    <a:pt x="3952875" y="300990"/>
                  </a:lnTo>
                  <a:lnTo>
                    <a:pt x="3996055" y="330200"/>
                  </a:lnTo>
                  <a:lnTo>
                    <a:pt x="4029710" y="360680"/>
                  </a:lnTo>
                  <a:lnTo>
                    <a:pt x="4054475" y="392430"/>
                  </a:lnTo>
                  <a:lnTo>
                    <a:pt x="4073525" y="440690"/>
                  </a:lnTo>
                  <a:lnTo>
                    <a:pt x="4074795" y="457200"/>
                  </a:lnTo>
                  <a:lnTo>
                    <a:pt x="4073525" y="473075"/>
                  </a:lnTo>
                  <a:lnTo>
                    <a:pt x="4054475" y="521970"/>
                  </a:lnTo>
                  <a:lnTo>
                    <a:pt x="4029710" y="553085"/>
                  </a:lnTo>
                  <a:lnTo>
                    <a:pt x="3996055" y="583565"/>
                  </a:lnTo>
                  <a:lnTo>
                    <a:pt x="3952875" y="613410"/>
                  </a:lnTo>
                  <a:lnTo>
                    <a:pt x="3900805" y="641985"/>
                  </a:lnTo>
                  <a:lnTo>
                    <a:pt x="3841115" y="669925"/>
                  </a:lnTo>
                  <a:lnTo>
                    <a:pt x="3773170" y="696595"/>
                  </a:lnTo>
                  <a:lnTo>
                    <a:pt x="3736340" y="709295"/>
                  </a:lnTo>
                  <a:lnTo>
                    <a:pt x="3697605" y="721995"/>
                  </a:lnTo>
                  <a:lnTo>
                    <a:pt x="3657600" y="734060"/>
                  </a:lnTo>
                  <a:lnTo>
                    <a:pt x="3615055" y="746125"/>
                  </a:lnTo>
                  <a:lnTo>
                    <a:pt x="3571240" y="758190"/>
                  </a:lnTo>
                  <a:lnTo>
                    <a:pt x="3525520" y="768985"/>
                  </a:lnTo>
                  <a:lnTo>
                    <a:pt x="3477895" y="780415"/>
                  </a:lnTo>
                  <a:lnTo>
                    <a:pt x="3429000" y="790575"/>
                  </a:lnTo>
                  <a:lnTo>
                    <a:pt x="3378835" y="801370"/>
                  </a:lnTo>
                  <a:lnTo>
                    <a:pt x="3326765" y="810895"/>
                  </a:lnTo>
                  <a:lnTo>
                    <a:pt x="3273425" y="820420"/>
                  </a:lnTo>
                  <a:lnTo>
                    <a:pt x="3218815" y="829310"/>
                  </a:lnTo>
                  <a:lnTo>
                    <a:pt x="3162300" y="838200"/>
                  </a:lnTo>
                  <a:lnTo>
                    <a:pt x="3105150" y="846455"/>
                  </a:lnTo>
                  <a:lnTo>
                    <a:pt x="3046095" y="854075"/>
                  </a:lnTo>
                  <a:lnTo>
                    <a:pt x="2985770" y="861695"/>
                  </a:lnTo>
                  <a:lnTo>
                    <a:pt x="2924810" y="868680"/>
                  </a:lnTo>
                  <a:lnTo>
                    <a:pt x="2861945" y="875030"/>
                  </a:lnTo>
                  <a:lnTo>
                    <a:pt x="2798445" y="881380"/>
                  </a:lnTo>
                  <a:lnTo>
                    <a:pt x="2733675" y="886460"/>
                  </a:lnTo>
                  <a:lnTo>
                    <a:pt x="2668270" y="891540"/>
                  </a:lnTo>
                  <a:lnTo>
                    <a:pt x="2601595" y="896620"/>
                  </a:lnTo>
                  <a:lnTo>
                    <a:pt x="2533650" y="900430"/>
                  </a:lnTo>
                  <a:lnTo>
                    <a:pt x="2465070" y="904240"/>
                  </a:lnTo>
                  <a:lnTo>
                    <a:pt x="2395855" y="907415"/>
                  </a:lnTo>
                  <a:lnTo>
                    <a:pt x="2325370" y="909955"/>
                  </a:lnTo>
                  <a:lnTo>
                    <a:pt x="2254885" y="911860"/>
                  </a:lnTo>
                  <a:lnTo>
                    <a:pt x="2183130" y="913130"/>
                  </a:lnTo>
                  <a:lnTo>
                    <a:pt x="2110105" y="913765"/>
                  </a:lnTo>
                  <a:lnTo>
                    <a:pt x="2037080" y="914400"/>
                  </a:lnTo>
                  <a:lnTo>
                    <a:pt x="1964055" y="913765"/>
                  </a:lnTo>
                  <a:lnTo>
                    <a:pt x="1891664" y="913130"/>
                  </a:lnTo>
                  <a:lnTo>
                    <a:pt x="1819910" y="911860"/>
                  </a:lnTo>
                  <a:lnTo>
                    <a:pt x="1748789" y="909955"/>
                  </a:lnTo>
                  <a:lnTo>
                    <a:pt x="1678939" y="907415"/>
                  </a:lnTo>
                  <a:lnTo>
                    <a:pt x="1609725" y="904240"/>
                  </a:lnTo>
                  <a:lnTo>
                    <a:pt x="1541145" y="900430"/>
                  </a:lnTo>
                  <a:lnTo>
                    <a:pt x="1473200" y="896620"/>
                  </a:lnTo>
                  <a:lnTo>
                    <a:pt x="1406525" y="891540"/>
                  </a:lnTo>
                  <a:lnTo>
                    <a:pt x="1341120" y="886460"/>
                  </a:lnTo>
                  <a:lnTo>
                    <a:pt x="1276350" y="881380"/>
                  </a:lnTo>
                  <a:lnTo>
                    <a:pt x="1212850" y="875030"/>
                  </a:lnTo>
                  <a:lnTo>
                    <a:pt x="1149985" y="868680"/>
                  </a:lnTo>
                  <a:lnTo>
                    <a:pt x="1089025" y="861695"/>
                  </a:lnTo>
                  <a:lnTo>
                    <a:pt x="1028700" y="854075"/>
                  </a:lnTo>
                  <a:lnTo>
                    <a:pt x="969645" y="846455"/>
                  </a:lnTo>
                  <a:lnTo>
                    <a:pt x="912495" y="838200"/>
                  </a:lnTo>
                  <a:lnTo>
                    <a:pt x="855980" y="829310"/>
                  </a:lnTo>
                  <a:lnTo>
                    <a:pt x="801370" y="820420"/>
                  </a:lnTo>
                  <a:lnTo>
                    <a:pt x="748030" y="810895"/>
                  </a:lnTo>
                  <a:lnTo>
                    <a:pt x="695960" y="801370"/>
                  </a:lnTo>
                  <a:lnTo>
                    <a:pt x="645160" y="790575"/>
                  </a:lnTo>
                  <a:lnTo>
                    <a:pt x="596265" y="780415"/>
                  </a:lnTo>
                  <a:lnTo>
                    <a:pt x="549275" y="768985"/>
                  </a:lnTo>
                  <a:lnTo>
                    <a:pt x="503555" y="758190"/>
                  </a:lnTo>
                  <a:lnTo>
                    <a:pt x="459740" y="746125"/>
                  </a:lnTo>
                  <a:lnTo>
                    <a:pt x="417195" y="734060"/>
                  </a:lnTo>
                  <a:lnTo>
                    <a:pt x="377190" y="721995"/>
                  </a:lnTo>
                  <a:lnTo>
                    <a:pt x="338455" y="709295"/>
                  </a:lnTo>
                  <a:lnTo>
                    <a:pt x="301625" y="696595"/>
                  </a:lnTo>
                  <a:lnTo>
                    <a:pt x="233680" y="669925"/>
                  </a:lnTo>
                  <a:lnTo>
                    <a:pt x="173355" y="641985"/>
                  </a:lnTo>
                  <a:lnTo>
                    <a:pt x="121920" y="613410"/>
                  </a:lnTo>
                  <a:lnTo>
                    <a:pt x="78740" y="583565"/>
                  </a:lnTo>
                  <a:lnTo>
                    <a:pt x="44450" y="553085"/>
                  </a:lnTo>
                  <a:lnTo>
                    <a:pt x="19685" y="521970"/>
                  </a:lnTo>
                  <a:lnTo>
                    <a:pt x="1270" y="473075"/>
                  </a:lnTo>
                  <a:lnTo>
                    <a:pt x="0" y="457200"/>
                  </a:lnTo>
                  <a:close/>
                </a:path>
              </a:pathLst>
            </a:custGeom>
            <a:ln w="24383">
              <a:solidFill>
                <a:srgbClr val="385D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73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1460" y="6329129"/>
            <a:ext cx="942340" cy="422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spc="-10" dirty="0">
                <a:latin typeface="Times New Roman"/>
                <a:cs typeface="Times New Roman"/>
              </a:rPr>
              <a:t>Operator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2825" y="1797685"/>
            <a:ext cx="4429125" cy="181991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4615">
              <a:lnSpc>
                <a:spcPts val="1165"/>
              </a:lnSpc>
              <a:spcBef>
                <a:spcPts val="385"/>
              </a:spcBef>
            </a:pPr>
            <a:r>
              <a:rPr sz="1000" dirty="0">
                <a:latin typeface="Courier New"/>
                <a:cs typeface="Courier New"/>
              </a:rPr>
              <a:t>&lt;%!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nilai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80;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&lt;head&gt;&lt;title&gt;Contoh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IF..ELSE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IF..ELSE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..&lt;/title&gt;&lt;/head&gt;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nilai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&gt;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84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)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554355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Grade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A&lt;/p&gt;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if(nilai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&gt;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74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)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554355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Grade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0" dirty="0">
                <a:latin typeface="Courier New"/>
                <a:cs typeface="Courier New"/>
              </a:rPr>
              <a:t> else{</a:t>
            </a:r>
            <a:endParaRPr sz="1000">
              <a:latin typeface="Courier New"/>
              <a:cs typeface="Courier New"/>
            </a:endParaRPr>
          </a:p>
          <a:p>
            <a:pPr marL="554355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Grade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Kurang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Sekali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94615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21407" y="5271770"/>
            <a:ext cx="4438650" cy="1826260"/>
            <a:chOff x="2121407" y="5271770"/>
            <a:chExt cx="4438650" cy="1826260"/>
          </a:xfrm>
        </p:grpSpPr>
        <p:sp>
          <p:nvSpPr>
            <p:cNvPr id="5" name="object 5"/>
            <p:cNvSpPr/>
            <p:nvPr/>
          </p:nvSpPr>
          <p:spPr>
            <a:xfrm>
              <a:off x="2124455" y="5274818"/>
              <a:ext cx="4432300" cy="1819910"/>
            </a:xfrm>
            <a:custGeom>
              <a:avLst/>
              <a:gdLst/>
              <a:ahLst/>
              <a:cxnLst/>
              <a:rect l="l" t="t" r="r" b="b"/>
              <a:pathLst>
                <a:path w="4432300" h="1819909">
                  <a:moveTo>
                    <a:pt x="4432300" y="0"/>
                  </a:moveTo>
                  <a:lnTo>
                    <a:pt x="0" y="0"/>
                  </a:lnTo>
                  <a:lnTo>
                    <a:pt x="0" y="1819910"/>
                  </a:lnTo>
                  <a:lnTo>
                    <a:pt x="4432300" y="1819910"/>
                  </a:lnTo>
                  <a:lnTo>
                    <a:pt x="4432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4455" y="5274818"/>
              <a:ext cx="4432300" cy="1819910"/>
            </a:xfrm>
            <a:custGeom>
              <a:avLst/>
              <a:gdLst/>
              <a:ahLst/>
              <a:cxnLst/>
              <a:rect l="l" t="t" r="r" b="b"/>
              <a:pathLst>
                <a:path w="4432300" h="1819909">
                  <a:moveTo>
                    <a:pt x="0" y="1819910"/>
                  </a:moveTo>
                  <a:lnTo>
                    <a:pt x="4432300" y="1819910"/>
                  </a:lnTo>
                  <a:lnTo>
                    <a:pt x="4432300" y="0"/>
                  </a:lnTo>
                  <a:lnTo>
                    <a:pt x="0" y="0"/>
                  </a:lnTo>
                  <a:lnTo>
                    <a:pt x="0" y="181991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52701" y="6235064"/>
            <a:ext cx="107950" cy="5461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spc="-25" dirty="0">
                <a:latin typeface="Times New Roman"/>
                <a:cs typeface="Times New Roman"/>
              </a:rPr>
              <a:t>i.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spc="-25" dirty="0">
                <a:latin typeface="Times New Roman"/>
                <a:cs typeface="Times New Roman"/>
              </a:rPr>
              <a:t>j.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0"/>
              </a:lnSpc>
            </a:pPr>
            <a:r>
              <a:rPr spc="-25" dirty="0"/>
              <a:t>74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07641" y="5305425"/>
            <a:ext cx="3639185" cy="1755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&lt;%!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nilai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80;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&lt;head&gt;&lt;title&gt;Contoh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Perulangan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..&lt;/title&gt;&lt;/head&gt;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nilai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&gt;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84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)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47117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Grade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A&lt;/p&gt;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if(nilai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&gt;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74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)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471170">
              <a:lnSpc>
                <a:spcPts val="1095"/>
              </a:lnSpc>
              <a:spcBef>
                <a:spcPts val="20"/>
              </a:spcBef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Grade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5"/>
              </a:lnSpc>
            </a:pPr>
            <a:r>
              <a:rPr sz="1000" dirty="0">
                <a:latin typeface="Courier New"/>
                <a:cs typeface="Courier New"/>
              </a:rPr>
              <a:t>&lt;%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else{</a:t>
            </a:r>
            <a:endParaRPr sz="1000">
              <a:latin typeface="Courier New"/>
              <a:cs typeface="Courier New"/>
            </a:endParaRPr>
          </a:p>
          <a:p>
            <a:pPr marL="471170">
              <a:lnSpc>
                <a:spcPts val="1185"/>
              </a:lnSpc>
              <a:spcBef>
                <a:spcPts val="10"/>
              </a:spcBef>
            </a:pPr>
            <a:r>
              <a:rPr sz="1000" dirty="0">
                <a:latin typeface="Courier New"/>
                <a:cs typeface="Courier New"/>
              </a:rPr>
              <a:t>&lt;p&gt;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Grade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Kurang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Sekali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5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%&gt;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8760" y="964818"/>
            <a:ext cx="4216400" cy="80200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200" b="1" dirty="0">
                <a:latin typeface="Times New Roman"/>
                <a:cs typeface="Times New Roman"/>
              </a:rPr>
              <a:t>Bentuk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IF..Else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IF..Else..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070"/>
              </a:lnSpc>
              <a:spcBef>
                <a:spcPts val="55"/>
              </a:spcBef>
            </a:pP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menyelesaikan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permasalahan,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jika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penggunaannya</a:t>
            </a:r>
            <a:r>
              <a:rPr sz="1200" spc="-20" dirty="0">
                <a:latin typeface="Times New Roman"/>
                <a:cs typeface="Times New Roman"/>
              </a:rPr>
              <a:t> sbb: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8891" y="3844417"/>
            <a:ext cx="4444365" cy="134048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30"/>
              </a:spcBef>
            </a:pPr>
            <a:r>
              <a:rPr sz="1200" dirty="0">
                <a:latin typeface="Times New Roman"/>
                <a:cs typeface="Times New Roman"/>
              </a:rPr>
              <a:t>h.</a:t>
            </a:r>
            <a:r>
              <a:rPr sz="1200" spc="17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Struktur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Perulangan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JSP</a:t>
            </a:r>
            <a:endParaRPr sz="1200">
              <a:latin typeface="Times New Roman"/>
              <a:cs typeface="Times New Roman"/>
            </a:endParaRPr>
          </a:p>
          <a:p>
            <a:pPr marL="241935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keguanaan,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salah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satunya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mencetak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bilangan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jumlah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</a:t>
            </a:r>
            <a:r>
              <a:rPr sz="1200" spc="-10" dirty="0">
                <a:latin typeface="Times New Roman"/>
                <a:cs typeface="Times New Roman"/>
              </a:rPr>
              <a:t> sekaligus </a:t>
            </a:r>
            <a:r>
              <a:rPr sz="1200" dirty="0">
                <a:latin typeface="Times New Roman"/>
                <a:cs typeface="Times New Roman"/>
              </a:rPr>
              <a:t>ataupun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menyelesaikan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permasalahan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berulang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secara </a:t>
            </a:r>
            <a:r>
              <a:rPr sz="1200" dirty="0">
                <a:latin typeface="Times New Roman"/>
                <a:cs typeface="Times New Roman"/>
              </a:rPr>
              <a:t>rutin.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perulangan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sbb: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1159</Words>
  <Application>Microsoft Office PowerPoint</Application>
  <PresentationFormat>Custom</PresentationFormat>
  <Paragraphs>150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2025-02-24T07:16:31Z</dcterms:created>
  <dcterms:modified xsi:type="dcterms:W3CDTF">2025-02-24T07:17:05Z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2024-05-27T00:00:00Z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2025-02-24T00:00:00Z</vt:filetime>
  </property>
  <property fmtid="{D5CDD505-2E9C-101B-9397-08002B2CF9AE}" pid="5" name="Producer">
    <vt:lpwstr>Microsoft® Word 2010</vt:lpwstr>
  </property>
</Properties>
</file>